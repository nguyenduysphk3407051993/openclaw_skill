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F23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0" y="0"/>
            <a:ext cx="13716000" cy="1828800"/>
          </a:xfrm>
          <a:prstGeom prst="rect">
            <a:avLst/>
          </a:prstGeom>
          <a:solidFill>
            <a:srgbClr val="6A4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0" y="27432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CFBF9"/>
                </a:solidFill>
                <a:latin typeface="#9Slide01 Tieu de ngan"/>
              </a:defRPr>
            </a:pPr>
            <a:r>
              <a:t>So sánh: Khái niệm A vs Khái niệm B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286000"/>
            <a:ext cx="320040" cy="320040"/>
          </a:xfrm>
          <a:prstGeom prst="ellipse">
            <a:avLst/>
          </a:prstGeom>
          <a:solidFill>
            <a:srgbClr val="D7A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" y="2743200"/>
            <a:ext cx="320040" cy="320040"/>
          </a:xfrm>
          <a:prstGeom prst="ellipse">
            <a:avLst/>
          </a:prstGeom>
          <a:solidFill>
            <a:srgbClr val="D28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3200400"/>
            <a:ext cx="320040" cy="320040"/>
          </a:xfrm>
          <a:prstGeom prst="ellipse">
            <a:avLst/>
          </a:prstGeom>
          <a:solidFill>
            <a:srgbClr val="755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" y="3657600"/>
            <a:ext cx="320040" cy="320040"/>
          </a:xfrm>
          <a:prstGeom prst="ellipse">
            <a:avLst/>
          </a:prstGeom>
          <a:solidFill>
            <a:srgbClr val="6A4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0" y="2560320"/>
            <a:ext cx="7589520" cy="7132320"/>
          </a:xfrm>
          <a:prstGeom prst="rect">
            <a:avLst/>
          </a:prstGeom>
          <a:solidFill>
            <a:srgbClr val="D7A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2834640"/>
            <a:ext cx="6675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3F2313"/>
                </a:solidFill>
                <a:latin typeface="Noto Sans"/>
              </a:defRPr>
            </a:pPr>
            <a:r>
              <a:t>Khái niệm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931920"/>
            <a:ext cx="6675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3F2313"/>
                </a:solidFill>
                <a:latin typeface="#9Slide02 Noi dung dai"/>
              </a:defRPr>
            </a:pPr>
            <a:r>
              <a:t>• Đặc điểm 1</a:t>
            </a:r>
            <a:br/>
            <a:r>
              <a:t>• Đặc điểm 2</a:t>
            </a:r>
            <a:br/>
            <a:r>
              <a:t>• Đặc điểm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502920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D28119"/>
                </a:solidFill>
                <a:latin typeface="Noto Sans"/>
              </a:defRPr>
            </a:pPr>
            <a:r>
              <a:t>VS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0" y="2560320"/>
            <a:ext cx="7589520" cy="7132320"/>
          </a:xfrm>
          <a:prstGeom prst="rect">
            <a:avLst/>
          </a:prstGeom>
          <a:solidFill>
            <a:srgbClr val="D7A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0" y="2834640"/>
            <a:ext cx="6675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3F2313"/>
                </a:solidFill>
                <a:latin typeface="Noto Sans"/>
              </a:defRPr>
            </a:pPr>
            <a:r>
              <a:t>Khái niệm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3931920"/>
            <a:ext cx="6675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3F2313"/>
                </a:solidFill>
                <a:latin typeface="#9Slide02 Noi dung dai"/>
              </a:defRPr>
            </a:pPr>
            <a:r>
              <a:t>• Đặc điểm 1</a:t>
            </a:r>
            <a:br/>
            <a:r>
              <a:t>• Đặc điểm 2</a:t>
            </a:r>
            <a:br/>
            <a:r>
              <a:t>• Đặc điểm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