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2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12801600" cy="1828800"/>
          </a:xfrm>
          <a:prstGeom prst="rect">
            <a:avLst/>
          </a:prstGeom>
          <a:solidFill>
            <a:srgbClr val="6A4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27432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2F3EC"/>
                </a:solidFill>
                <a:latin typeface="Noto Sans"/>
              </a:defRPr>
            </a:pPr>
            <a:r>
              <a:t>PHẦN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CFBF9"/>
                </a:solidFill>
                <a:latin typeface="#9Slide01 Tieu de ngan"/>
              </a:defRPr>
            </a:pPr>
            <a:r>
              <a:t>Tên phần kiến thức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D28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755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6A4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560320"/>
            <a:ext cx="9144000" cy="7132320"/>
          </a:xfrm>
          <a:prstGeom prst="rect">
            <a:avLst/>
          </a:prstGeom>
          <a:solidFill>
            <a:srgbClr val="D7A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8229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3F2313"/>
                </a:solidFill>
                <a:latin typeface="#9Slide02 Noi dung dai"/>
              </a:defRPr>
            </a:pPr>
            <a:r>
              <a:t>Nội dung chính</a:t>
            </a:r>
            <a:br/>
            <a:br/>
            <a:r>
              <a:t>• Điểm 1: ...</a:t>
            </a:r>
            <a:br/>
            <a:r>
              <a:t>• Điểm 2: ...</a:t>
            </a:r>
            <a:br/>
            <a:r>
              <a:t>• Điểm 3: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0" y="2560320"/>
            <a:ext cx="5943600" cy="7132320"/>
          </a:xfrm>
          <a:prstGeom prst="rect">
            <a:avLst/>
          </a:prstGeom>
          <a:solidFill>
            <a:srgbClr val="755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2F3EC"/>
                </a:solidFill>
                <a:latin typeface="#9Slide02 Noi dung dai"/>
              </a:defRPr>
            </a:pPr>
            <a:r>
              <a:t>[Hình ảnh / Sơ đồ minh họa]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