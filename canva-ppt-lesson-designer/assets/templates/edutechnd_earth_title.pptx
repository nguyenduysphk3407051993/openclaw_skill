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2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0"/>
            <a:ext cx="10972800" cy="2286000"/>
          </a:xfrm>
          <a:prstGeom prst="rect">
            <a:avLst/>
          </a:prstGeom>
          <a:solidFill>
            <a:srgbClr val="6A4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300" b="1">
                <a:solidFill>
                  <a:srgbClr val="F2F3EC"/>
                </a:solidFill>
                <a:latin typeface="Noto Sans"/>
              </a:defRPr>
            </a:pPr>
            <a:r>
              <a:t>KHOA HỌC TỰ NHIÊN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CFBF9"/>
                </a:solidFill>
                <a:latin typeface="#9Slide01 Tieu de ngan"/>
              </a:defRPr>
            </a:pPr>
            <a:r>
              <a:t>Tên bài học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743200"/>
            <a:ext cx="320040" cy="320040"/>
          </a:xfrm>
          <a:prstGeom prst="ellipse">
            <a:avLst/>
          </a:prstGeom>
          <a:solidFill>
            <a:srgbClr val="D7A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D28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755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6A4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7A550"/>
                </a:solidFill>
                <a:latin typeface="Noto Serif"/>
              </a:defRPr>
            </a:pPr>
            <a:r>
              <a:t>Giáo viên: ..........  |  Lớp: ........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572000"/>
            <a:ext cx="14630400" cy="5029200"/>
          </a:xfrm>
          <a:prstGeom prst="rect">
            <a:avLst/>
          </a:prstGeom>
          <a:solidFill>
            <a:srgbClr val="D7A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3F2313"/>
                </a:solidFill>
                <a:latin typeface="Noto Sans"/>
              </a:defRPr>
            </a:pPr>
            <a:r>
              <a:t>Mục tiêu bài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760720"/>
            <a:ext cx="1371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3F2313"/>
                </a:solidFill>
                <a:latin typeface="#9Slide02 Noi dung dai"/>
              </a:defRPr>
            </a:pPr>
            <a:r>
              <a:t>• Mục tiêu 1: ...</a:t>
            </a:r>
            <a:br/>
            <a:r>
              <a:t>• Mục tiêu 2: ...</a:t>
            </a:r>
            <a:br/>
            <a:r>
              <a:t>• Mục tiêu 3: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