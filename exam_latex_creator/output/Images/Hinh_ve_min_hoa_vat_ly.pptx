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940675A-B579-460E-94D1-54222C63F5D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923" autoAdjust="0"/>
  </p:normalViewPr>
  <p:slideViewPr>
    <p:cSldViewPr showGuides="1">
      <p:cViewPr>
        <p:scale>
          <a:sx n="33" d="100"/>
          <a:sy n="33" d="100"/>
        </p:scale>
        <p:origin x="1948" y="3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004DA77-0714-4226-8456-DE0FB00C87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48689CE-C57C-4CCE-B5D7-91A284CB1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40DF66-3D9B-4E31-B419-8D199F946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966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F0A372-E784-4489-91B1-EB5F9893BA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E1B435-934F-44C4-8F1B-EC379BCB0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9BAE6C-C81A-448F-810E-8201A0E7D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98452A-D52B-4D53-AA70-42F3E1B913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873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A006-59DD-41EF-BB59-5CF0A5B0F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47CF5D0-5E86-4B07-82F0-4706674B42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32F55C-8EFE-4A66-9DB3-D0CB8877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E38045-8612-4FFC-BF9F-64FB98C8EF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15B52-8190-4B2D-852C-B23A268AE4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74029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2C063-6317-449C-A341-883F2682D4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D53C2C5-1069-41AD-AB8E-A272B5F74D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35F9C6-7A1E-4BB1-8382-AF2048FA93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2CF1DA-3491-456F-B971-C43EFCD216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D613E6-C32A-4783-9219-260167E50D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F57CA7-22C9-4637-98D5-45CB81C4CD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40340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5C8BC-CF44-4FCD-ACB9-6C06E1FD0D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E26985-A785-4717-80AD-9B8D8F5B85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05A630-F12E-492E-A3AD-AE8A23606B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B9EE9-F3BF-4B40-83E7-C9BC68FDDB0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C2166-B6AA-4084-B4D7-069DDC982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20EA2-78ED-4391-B2FB-25000FDBC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13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ags" Target="../tags/tag2.xml"/><Relationship Id="rId3" Type="http://schemas.openxmlformats.org/officeDocument/2006/relationships/slideLayout" Target="../slideLayouts/slideLayout3.xml"/><Relationship Id="rId7" Type="http://schemas.openxmlformats.org/officeDocument/2006/relationships/tags" Target="../tags/tag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ags" Target="../tags/tag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9Slide.vn - 2019">
            <a:extLst>
              <a:ext uri="{FF2B5EF4-FFF2-40B4-BE49-F238E27FC236}">
                <a16:creationId xmlns:a16="http://schemas.microsoft.com/office/drawing/2014/main" id="{E4EED5BC-7763-4B7E-2417-5BCAA0E91468}"/>
              </a:ext>
            </a:extLst>
          </p:cNvPr>
          <p:cNvSpPr txBox="1"/>
          <p:nvPr userDrawn="1"/>
        </p:nvSpPr>
        <p:spPr>
          <a:xfrm>
            <a:off x="0" y="-1512332"/>
            <a:ext cx="12192000" cy="369332"/>
          </a:xfrm>
          <a:prstGeom prst="rect">
            <a:avLst/>
          </a:prstGeom>
          <a:noFill/>
        </p:spPr>
        <p:txBody>
          <a:bodyPr vert="horz" wrap="none" lIns="0" tIns="0" rIns="0" bIns="0" rtlCol="0">
            <a:spAutoFit/>
          </a:bodyPr>
          <a:lstStyle/>
          <a:p>
            <a:pPr algn="ctr"/>
            <a:r>
              <a:rPr lang="en-US" sz="2400">
                <a:solidFill>
                  <a:srgbClr val="CFCFCF"/>
                </a:solidFill>
              </a:rPr>
              <a:t>www.9slide.vn</a:t>
            </a: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6CB0E7E-7BDA-4369-B06E-95E5B313A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F2DE87-7D95-4722-9EE5-248D158C7F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0A038-BC78-4ECC-BEFF-CCB515E484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9B9EE9-F3BF-4B40-83E7-C9BC68FDDB0E}" type="datetimeFigureOut">
              <a:rPr lang="en-US" smtClean="0"/>
              <a:t>9/22/2025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ECDB14-4F91-4B5C-8ACA-1B5E7E69B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30118F-80C4-4861-A4D3-A50D382E7D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F55963-6440-4C45-BA09-4E6A99D1BBE0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D0CE00B-B040-4546-AF5D-EEF96AA126B0}"/>
              </a:ext>
            </a:extLst>
          </p:cNvPr>
          <p:cNvGrpSpPr>
            <a:grpSpLocks noGrp="1" noSelect="1" noRot="1" noMove="1" noResize="1"/>
          </p:cNvGrpSpPr>
          <p:nvPr userDrawn="1">
            <p:custDataLst>
              <p:tags r:id="rId7"/>
            </p:custDataLst>
          </p:nvPr>
        </p:nvGrpSpPr>
        <p:grpSpPr>
          <a:xfrm>
            <a:off x="-2202100" y="-2224223"/>
            <a:ext cx="16596200" cy="11284323"/>
            <a:chOff x="-2202100" y="-2224223"/>
            <a:chExt cx="16596200" cy="11284323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A423BDB-6737-4700-9989-01683A4147DA}"/>
                </a:ext>
              </a:extLst>
            </p:cNvPr>
            <p:cNvSpPr/>
            <p:nvPr/>
          </p:nvSpPr>
          <p:spPr>
            <a:xfrm>
              <a:off x="4851540" y="8494776"/>
              <a:ext cx="2488920" cy="565324"/>
            </a:xfrm>
            <a:prstGeom prst="rect">
              <a:avLst/>
            </a:prstGeom>
            <a:noFill/>
            <a:ln w="21590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391E50D3-44ED-477F-84FB-1E24BC65ED8F}"/>
                </a:ext>
              </a:extLst>
            </p:cNvPr>
            <p:cNvSpPr txBox="1"/>
            <p:nvPr/>
          </p:nvSpPr>
          <p:spPr>
            <a:xfrm>
              <a:off x="5006988" y="8647176"/>
              <a:ext cx="2178025" cy="260524"/>
            </a:xfrm>
            <a:custGeom>
              <a:avLst/>
              <a:gdLst/>
              <a:ahLst/>
              <a:cxnLst/>
              <a:rect l="l" t="t" r="r" b="b"/>
              <a:pathLst>
                <a:path w="2178025" h="260524">
                  <a:moveTo>
                    <a:pt x="1807648" y="222182"/>
                  </a:moveTo>
                  <a:cubicBezTo>
                    <a:pt x="1814010" y="222182"/>
                    <a:pt x="1818838" y="223968"/>
                    <a:pt x="1822130" y="227540"/>
                  </a:cubicBezTo>
                  <a:cubicBezTo>
                    <a:pt x="1825423" y="231111"/>
                    <a:pt x="1827070" y="235576"/>
                    <a:pt x="1827070" y="240934"/>
                  </a:cubicBezTo>
                  <a:cubicBezTo>
                    <a:pt x="1827070" y="246069"/>
                    <a:pt x="1825423" y="250366"/>
                    <a:pt x="1822130" y="253826"/>
                  </a:cubicBezTo>
                  <a:cubicBezTo>
                    <a:pt x="1818838" y="257287"/>
                    <a:pt x="1814010" y="259017"/>
                    <a:pt x="1807648" y="259017"/>
                  </a:cubicBezTo>
                  <a:cubicBezTo>
                    <a:pt x="1801285" y="259017"/>
                    <a:pt x="1796513" y="257287"/>
                    <a:pt x="1793332" y="253826"/>
                  </a:cubicBezTo>
                  <a:cubicBezTo>
                    <a:pt x="1790151" y="250366"/>
                    <a:pt x="1788560" y="246069"/>
                    <a:pt x="1788560" y="240934"/>
                  </a:cubicBezTo>
                  <a:cubicBezTo>
                    <a:pt x="1788560" y="235576"/>
                    <a:pt x="1790151" y="231111"/>
                    <a:pt x="1793332" y="227540"/>
                  </a:cubicBezTo>
                  <a:cubicBezTo>
                    <a:pt x="1796513" y="223968"/>
                    <a:pt x="1801285" y="222182"/>
                    <a:pt x="1807648" y="222182"/>
                  </a:cubicBezTo>
                  <a:close/>
                  <a:moveTo>
                    <a:pt x="807523" y="222182"/>
                  </a:moveTo>
                  <a:cubicBezTo>
                    <a:pt x="813885" y="222182"/>
                    <a:pt x="818713" y="223968"/>
                    <a:pt x="822005" y="227540"/>
                  </a:cubicBezTo>
                  <a:cubicBezTo>
                    <a:pt x="825298" y="231111"/>
                    <a:pt x="826945" y="235576"/>
                    <a:pt x="826945" y="240934"/>
                  </a:cubicBezTo>
                  <a:cubicBezTo>
                    <a:pt x="826945" y="246069"/>
                    <a:pt x="825298" y="250366"/>
                    <a:pt x="822005" y="253826"/>
                  </a:cubicBezTo>
                  <a:cubicBezTo>
                    <a:pt x="818713" y="257287"/>
                    <a:pt x="813885" y="259017"/>
                    <a:pt x="807523" y="259017"/>
                  </a:cubicBezTo>
                  <a:cubicBezTo>
                    <a:pt x="801160" y="259017"/>
                    <a:pt x="796388" y="257287"/>
                    <a:pt x="793207" y="253826"/>
                  </a:cubicBezTo>
                  <a:cubicBezTo>
                    <a:pt x="790026" y="250366"/>
                    <a:pt x="788435" y="246069"/>
                    <a:pt x="788435" y="240934"/>
                  </a:cubicBezTo>
                  <a:cubicBezTo>
                    <a:pt x="788435" y="235576"/>
                    <a:pt x="790026" y="231111"/>
                    <a:pt x="793207" y="227540"/>
                  </a:cubicBezTo>
                  <a:cubicBezTo>
                    <a:pt x="796388" y="223968"/>
                    <a:pt x="801160" y="222182"/>
                    <a:pt x="807523" y="222182"/>
                  </a:cubicBezTo>
                  <a:close/>
                  <a:moveTo>
                    <a:pt x="1488076" y="98952"/>
                  </a:moveTo>
                  <a:cubicBezTo>
                    <a:pt x="1472896" y="98952"/>
                    <a:pt x="1461064" y="104812"/>
                    <a:pt x="1452581" y="116532"/>
                  </a:cubicBezTo>
                  <a:cubicBezTo>
                    <a:pt x="1444098" y="128253"/>
                    <a:pt x="1439856" y="145610"/>
                    <a:pt x="1439856" y="168604"/>
                  </a:cubicBezTo>
                  <a:cubicBezTo>
                    <a:pt x="1439856" y="189142"/>
                    <a:pt x="1444098" y="205215"/>
                    <a:pt x="1452581" y="216824"/>
                  </a:cubicBezTo>
                  <a:cubicBezTo>
                    <a:pt x="1461064" y="228433"/>
                    <a:pt x="1472784" y="234237"/>
                    <a:pt x="1487741" y="234237"/>
                  </a:cubicBezTo>
                  <a:cubicBezTo>
                    <a:pt x="1507387" y="234237"/>
                    <a:pt x="1521730" y="225419"/>
                    <a:pt x="1530771" y="207783"/>
                  </a:cubicBezTo>
                  <a:lnTo>
                    <a:pt x="1530771" y="124569"/>
                  </a:lnTo>
                  <a:cubicBezTo>
                    <a:pt x="1521507" y="107491"/>
                    <a:pt x="1507275" y="98952"/>
                    <a:pt x="1488076" y="98952"/>
                  </a:cubicBezTo>
                  <a:close/>
                  <a:moveTo>
                    <a:pt x="1678241" y="98115"/>
                  </a:moveTo>
                  <a:cubicBezTo>
                    <a:pt x="1665740" y="98115"/>
                    <a:pt x="1655248" y="102663"/>
                    <a:pt x="1646764" y="111761"/>
                  </a:cubicBezTo>
                  <a:cubicBezTo>
                    <a:pt x="1638281" y="120858"/>
                    <a:pt x="1633035" y="133610"/>
                    <a:pt x="1631026" y="150019"/>
                  </a:cubicBezTo>
                  <a:lnTo>
                    <a:pt x="1721774" y="150019"/>
                  </a:lnTo>
                  <a:lnTo>
                    <a:pt x="1721774" y="147675"/>
                  </a:lnTo>
                  <a:cubicBezTo>
                    <a:pt x="1720881" y="131936"/>
                    <a:pt x="1716639" y="119742"/>
                    <a:pt x="1709049" y="111091"/>
                  </a:cubicBezTo>
                  <a:cubicBezTo>
                    <a:pt x="1701459" y="102440"/>
                    <a:pt x="1691190" y="98115"/>
                    <a:pt x="1678241" y="98115"/>
                  </a:cubicBezTo>
                  <a:close/>
                  <a:moveTo>
                    <a:pt x="1855700" y="76014"/>
                  </a:moveTo>
                  <a:lnTo>
                    <a:pt x="1887345" y="76014"/>
                  </a:lnTo>
                  <a:lnTo>
                    <a:pt x="1933389" y="215150"/>
                  </a:lnTo>
                  <a:lnTo>
                    <a:pt x="1978260" y="76014"/>
                  </a:lnTo>
                  <a:lnTo>
                    <a:pt x="2009905" y="76014"/>
                  </a:lnTo>
                  <a:lnTo>
                    <a:pt x="1944941" y="257175"/>
                  </a:lnTo>
                  <a:lnTo>
                    <a:pt x="1921334" y="257175"/>
                  </a:lnTo>
                  <a:close/>
                  <a:moveTo>
                    <a:pt x="1333370" y="76014"/>
                  </a:moveTo>
                  <a:lnTo>
                    <a:pt x="1364344" y="76014"/>
                  </a:lnTo>
                  <a:lnTo>
                    <a:pt x="1364344" y="257175"/>
                  </a:lnTo>
                  <a:lnTo>
                    <a:pt x="1333370" y="257175"/>
                  </a:lnTo>
                  <a:close/>
                  <a:moveTo>
                    <a:pt x="514350" y="76014"/>
                  </a:moveTo>
                  <a:lnTo>
                    <a:pt x="545157" y="76014"/>
                  </a:lnTo>
                  <a:lnTo>
                    <a:pt x="580820" y="211634"/>
                  </a:lnTo>
                  <a:lnTo>
                    <a:pt x="623013" y="76014"/>
                  </a:lnTo>
                  <a:lnTo>
                    <a:pt x="647960" y="76014"/>
                  </a:lnTo>
                  <a:lnTo>
                    <a:pt x="690990" y="214480"/>
                  </a:lnTo>
                  <a:lnTo>
                    <a:pt x="725816" y="76014"/>
                  </a:lnTo>
                  <a:lnTo>
                    <a:pt x="756791" y="76014"/>
                  </a:lnTo>
                  <a:lnTo>
                    <a:pt x="704050" y="257175"/>
                  </a:lnTo>
                  <a:lnTo>
                    <a:pt x="678935" y="257175"/>
                  </a:lnTo>
                  <a:lnTo>
                    <a:pt x="634901" y="119881"/>
                  </a:lnTo>
                  <a:lnTo>
                    <a:pt x="592038" y="257175"/>
                  </a:lnTo>
                  <a:lnTo>
                    <a:pt x="566923" y="257175"/>
                  </a:lnTo>
                  <a:close/>
                  <a:moveTo>
                    <a:pt x="257175" y="76014"/>
                  </a:moveTo>
                  <a:lnTo>
                    <a:pt x="287982" y="76014"/>
                  </a:lnTo>
                  <a:lnTo>
                    <a:pt x="323645" y="211634"/>
                  </a:lnTo>
                  <a:lnTo>
                    <a:pt x="365838" y="76014"/>
                  </a:lnTo>
                  <a:lnTo>
                    <a:pt x="390785" y="76014"/>
                  </a:lnTo>
                  <a:lnTo>
                    <a:pt x="433815" y="214480"/>
                  </a:lnTo>
                  <a:lnTo>
                    <a:pt x="468641" y="76014"/>
                  </a:lnTo>
                  <a:lnTo>
                    <a:pt x="499616" y="76014"/>
                  </a:lnTo>
                  <a:lnTo>
                    <a:pt x="446875" y="257175"/>
                  </a:lnTo>
                  <a:lnTo>
                    <a:pt x="421760" y="257175"/>
                  </a:lnTo>
                  <a:lnTo>
                    <a:pt x="377726" y="119881"/>
                  </a:lnTo>
                  <a:lnTo>
                    <a:pt x="334863" y="257175"/>
                  </a:lnTo>
                  <a:lnTo>
                    <a:pt x="309748" y="257175"/>
                  </a:lnTo>
                  <a:close/>
                  <a:moveTo>
                    <a:pt x="0" y="76014"/>
                  </a:moveTo>
                  <a:lnTo>
                    <a:pt x="30807" y="76014"/>
                  </a:lnTo>
                  <a:lnTo>
                    <a:pt x="66470" y="211634"/>
                  </a:lnTo>
                  <a:lnTo>
                    <a:pt x="108663" y="76014"/>
                  </a:lnTo>
                  <a:lnTo>
                    <a:pt x="133610" y="76014"/>
                  </a:lnTo>
                  <a:lnTo>
                    <a:pt x="176640" y="214480"/>
                  </a:lnTo>
                  <a:lnTo>
                    <a:pt x="211466" y="76014"/>
                  </a:lnTo>
                  <a:lnTo>
                    <a:pt x="242441" y="76014"/>
                  </a:lnTo>
                  <a:lnTo>
                    <a:pt x="189700" y="257175"/>
                  </a:lnTo>
                  <a:lnTo>
                    <a:pt x="164585" y="257175"/>
                  </a:lnTo>
                  <a:lnTo>
                    <a:pt x="120551" y="119881"/>
                  </a:lnTo>
                  <a:lnTo>
                    <a:pt x="77688" y="257175"/>
                  </a:lnTo>
                  <a:lnTo>
                    <a:pt x="52573" y="257175"/>
                  </a:lnTo>
                  <a:close/>
                  <a:moveTo>
                    <a:pt x="2120094" y="72666"/>
                  </a:moveTo>
                  <a:cubicBezTo>
                    <a:pt x="2158380" y="72666"/>
                    <a:pt x="2177690" y="94264"/>
                    <a:pt x="2178025" y="137461"/>
                  </a:cubicBezTo>
                  <a:lnTo>
                    <a:pt x="2178025" y="257175"/>
                  </a:lnTo>
                  <a:lnTo>
                    <a:pt x="2147050" y="257175"/>
                  </a:lnTo>
                  <a:lnTo>
                    <a:pt x="2147050" y="137294"/>
                  </a:lnTo>
                  <a:cubicBezTo>
                    <a:pt x="2146938" y="124234"/>
                    <a:pt x="2143953" y="114579"/>
                    <a:pt x="2138092" y="108328"/>
                  </a:cubicBezTo>
                  <a:cubicBezTo>
                    <a:pt x="2132232" y="102077"/>
                    <a:pt x="2123107" y="98952"/>
                    <a:pt x="2110717" y="98952"/>
                  </a:cubicBezTo>
                  <a:cubicBezTo>
                    <a:pt x="2100671" y="98952"/>
                    <a:pt x="2091853" y="101631"/>
                    <a:pt x="2084263" y="106989"/>
                  </a:cubicBezTo>
                  <a:cubicBezTo>
                    <a:pt x="2076673" y="112347"/>
                    <a:pt x="2070757" y="119379"/>
                    <a:pt x="2066515" y="128085"/>
                  </a:cubicBezTo>
                  <a:lnTo>
                    <a:pt x="2066515" y="257175"/>
                  </a:lnTo>
                  <a:lnTo>
                    <a:pt x="2035541" y="257175"/>
                  </a:lnTo>
                  <a:lnTo>
                    <a:pt x="2035541" y="76014"/>
                  </a:lnTo>
                  <a:lnTo>
                    <a:pt x="2064841" y="76014"/>
                  </a:lnTo>
                  <a:lnTo>
                    <a:pt x="2065846" y="98785"/>
                  </a:lnTo>
                  <a:cubicBezTo>
                    <a:pt x="2079687" y="81372"/>
                    <a:pt x="2097769" y="72666"/>
                    <a:pt x="2120094" y="72666"/>
                  </a:cubicBezTo>
                  <a:close/>
                  <a:moveTo>
                    <a:pt x="1678241" y="72666"/>
                  </a:moveTo>
                  <a:cubicBezTo>
                    <a:pt x="1701794" y="72666"/>
                    <a:pt x="1720099" y="80423"/>
                    <a:pt x="1733159" y="95938"/>
                  </a:cubicBezTo>
                  <a:cubicBezTo>
                    <a:pt x="1746219" y="111454"/>
                    <a:pt x="1752749" y="133666"/>
                    <a:pt x="1752749" y="162576"/>
                  </a:cubicBezTo>
                  <a:lnTo>
                    <a:pt x="1752749" y="175468"/>
                  </a:lnTo>
                  <a:lnTo>
                    <a:pt x="1630021" y="175468"/>
                  </a:lnTo>
                  <a:cubicBezTo>
                    <a:pt x="1630468" y="193328"/>
                    <a:pt x="1635686" y="207755"/>
                    <a:pt x="1645676" y="218749"/>
                  </a:cubicBezTo>
                  <a:cubicBezTo>
                    <a:pt x="1655666" y="229744"/>
                    <a:pt x="1668363" y="235241"/>
                    <a:pt x="1683767" y="235241"/>
                  </a:cubicBezTo>
                  <a:cubicBezTo>
                    <a:pt x="1694706" y="235241"/>
                    <a:pt x="1703970" y="233009"/>
                    <a:pt x="1711560" y="228544"/>
                  </a:cubicBezTo>
                  <a:cubicBezTo>
                    <a:pt x="1719151" y="224079"/>
                    <a:pt x="1725792" y="218163"/>
                    <a:pt x="1731485" y="210796"/>
                  </a:cubicBezTo>
                  <a:lnTo>
                    <a:pt x="1750405" y="225530"/>
                  </a:lnTo>
                  <a:cubicBezTo>
                    <a:pt x="1735224" y="248859"/>
                    <a:pt x="1712453" y="260524"/>
                    <a:pt x="1682092" y="260524"/>
                  </a:cubicBezTo>
                  <a:cubicBezTo>
                    <a:pt x="1657536" y="260524"/>
                    <a:pt x="1637556" y="252459"/>
                    <a:pt x="1622152" y="236330"/>
                  </a:cubicBezTo>
                  <a:cubicBezTo>
                    <a:pt x="1606748" y="220201"/>
                    <a:pt x="1599046" y="198630"/>
                    <a:pt x="1599046" y="171617"/>
                  </a:cubicBezTo>
                  <a:lnTo>
                    <a:pt x="1599046" y="165925"/>
                  </a:lnTo>
                  <a:cubicBezTo>
                    <a:pt x="1599046" y="147954"/>
                    <a:pt x="1602479" y="131908"/>
                    <a:pt x="1609343" y="117788"/>
                  </a:cubicBezTo>
                  <a:cubicBezTo>
                    <a:pt x="1616208" y="103668"/>
                    <a:pt x="1625807" y="92618"/>
                    <a:pt x="1638142" y="84637"/>
                  </a:cubicBezTo>
                  <a:cubicBezTo>
                    <a:pt x="1650476" y="76656"/>
                    <a:pt x="1663842" y="72666"/>
                    <a:pt x="1678241" y="72666"/>
                  </a:cubicBezTo>
                  <a:close/>
                  <a:moveTo>
                    <a:pt x="1129624" y="72666"/>
                  </a:moveTo>
                  <a:cubicBezTo>
                    <a:pt x="1150162" y="72666"/>
                    <a:pt x="1166822" y="77968"/>
                    <a:pt x="1179602" y="88572"/>
                  </a:cubicBezTo>
                  <a:cubicBezTo>
                    <a:pt x="1192383" y="99175"/>
                    <a:pt x="1198773" y="112737"/>
                    <a:pt x="1198773" y="129257"/>
                  </a:cubicBezTo>
                  <a:lnTo>
                    <a:pt x="1167631" y="129257"/>
                  </a:lnTo>
                  <a:cubicBezTo>
                    <a:pt x="1167631" y="120774"/>
                    <a:pt x="1164031" y="113463"/>
                    <a:pt x="1156831" y="107324"/>
                  </a:cubicBezTo>
                  <a:cubicBezTo>
                    <a:pt x="1149632" y="101185"/>
                    <a:pt x="1140563" y="98115"/>
                    <a:pt x="1129624" y="98115"/>
                  </a:cubicBezTo>
                  <a:cubicBezTo>
                    <a:pt x="1118350" y="98115"/>
                    <a:pt x="1109532" y="100571"/>
                    <a:pt x="1103170" y="105482"/>
                  </a:cubicBezTo>
                  <a:cubicBezTo>
                    <a:pt x="1096807" y="110393"/>
                    <a:pt x="1093626" y="116811"/>
                    <a:pt x="1093626" y="124737"/>
                  </a:cubicBezTo>
                  <a:cubicBezTo>
                    <a:pt x="1093626" y="132215"/>
                    <a:pt x="1096584" y="137852"/>
                    <a:pt x="1102500" y="141647"/>
                  </a:cubicBezTo>
                  <a:cubicBezTo>
                    <a:pt x="1108416" y="145442"/>
                    <a:pt x="1119104" y="149070"/>
                    <a:pt x="1134563" y="152530"/>
                  </a:cubicBezTo>
                  <a:cubicBezTo>
                    <a:pt x="1150023" y="155990"/>
                    <a:pt x="1162552" y="160120"/>
                    <a:pt x="1172151" y="164920"/>
                  </a:cubicBezTo>
                  <a:cubicBezTo>
                    <a:pt x="1181751" y="169720"/>
                    <a:pt x="1188867" y="175496"/>
                    <a:pt x="1193499" y="182249"/>
                  </a:cubicBezTo>
                  <a:cubicBezTo>
                    <a:pt x="1198131" y="189002"/>
                    <a:pt x="1200447" y="197234"/>
                    <a:pt x="1200447" y="206945"/>
                  </a:cubicBezTo>
                  <a:cubicBezTo>
                    <a:pt x="1200447" y="223131"/>
                    <a:pt x="1193973" y="236107"/>
                    <a:pt x="1181025" y="245873"/>
                  </a:cubicBezTo>
                  <a:cubicBezTo>
                    <a:pt x="1168077" y="255640"/>
                    <a:pt x="1151278" y="260524"/>
                    <a:pt x="1130628" y="260524"/>
                  </a:cubicBezTo>
                  <a:cubicBezTo>
                    <a:pt x="1116118" y="260524"/>
                    <a:pt x="1103281" y="257956"/>
                    <a:pt x="1092119" y="252822"/>
                  </a:cubicBezTo>
                  <a:cubicBezTo>
                    <a:pt x="1080957" y="247687"/>
                    <a:pt x="1072223" y="240516"/>
                    <a:pt x="1065916" y="231307"/>
                  </a:cubicBezTo>
                  <a:cubicBezTo>
                    <a:pt x="1059610" y="222098"/>
                    <a:pt x="1056456" y="212136"/>
                    <a:pt x="1056456" y="201420"/>
                  </a:cubicBezTo>
                  <a:lnTo>
                    <a:pt x="1087431" y="201420"/>
                  </a:lnTo>
                  <a:cubicBezTo>
                    <a:pt x="1087989" y="211801"/>
                    <a:pt x="1092147" y="220033"/>
                    <a:pt x="1099905" y="226116"/>
                  </a:cubicBezTo>
                  <a:cubicBezTo>
                    <a:pt x="1107662" y="232200"/>
                    <a:pt x="1117904" y="235241"/>
                    <a:pt x="1130628" y="235241"/>
                  </a:cubicBezTo>
                  <a:cubicBezTo>
                    <a:pt x="1142349" y="235241"/>
                    <a:pt x="1151753" y="232869"/>
                    <a:pt x="1158841" y="228126"/>
                  </a:cubicBezTo>
                  <a:cubicBezTo>
                    <a:pt x="1165929" y="223382"/>
                    <a:pt x="1169473" y="217047"/>
                    <a:pt x="1169473" y="209122"/>
                  </a:cubicBezTo>
                  <a:cubicBezTo>
                    <a:pt x="1169473" y="200751"/>
                    <a:pt x="1166319" y="194249"/>
                    <a:pt x="1160013" y="189616"/>
                  </a:cubicBezTo>
                  <a:cubicBezTo>
                    <a:pt x="1153706" y="184984"/>
                    <a:pt x="1142711" y="180994"/>
                    <a:pt x="1127029" y="177645"/>
                  </a:cubicBezTo>
                  <a:cubicBezTo>
                    <a:pt x="1111346" y="174296"/>
                    <a:pt x="1098900" y="170278"/>
                    <a:pt x="1089691" y="165590"/>
                  </a:cubicBezTo>
                  <a:cubicBezTo>
                    <a:pt x="1080483" y="160902"/>
                    <a:pt x="1073674" y="155321"/>
                    <a:pt x="1069265" y="148847"/>
                  </a:cubicBezTo>
                  <a:cubicBezTo>
                    <a:pt x="1064856" y="142373"/>
                    <a:pt x="1062651" y="134671"/>
                    <a:pt x="1062651" y="125741"/>
                  </a:cubicBezTo>
                  <a:cubicBezTo>
                    <a:pt x="1062651" y="110896"/>
                    <a:pt x="1068930" y="98338"/>
                    <a:pt x="1081487" y="88069"/>
                  </a:cubicBezTo>
                  <a:cubicBezTo>
                    <a:pt x="1094045" y="77800"/>
                    <a:pt x="1110090" y="72666"/>
                    <a:pt x="1129624" y="72666"/>
                  </a:cubicBezTo>
                  <a:close/>
                  <a:moveTo>
                    <a:pt x="942472" y="35831"/>
                  </a:moveTo>
                  <a:cubicBezTo>
                    <a:pt x="928855" y="35831"/>
                    <a:pt x="917916" y="41049"/>
                    <a:pt x="909656" y="51485"/>
                  </a:cubicBezTo>
                  <a:cubicBezTo>
                    <a:pt x="901396" y="61922"/>
                    <a:pt x="897266" y="75679"/>
                    <a:pt x="897266" y="92757"/>
                  </a:cubicBezTo>
                  <a:cubicBezTo>
                    <a:pt x="897266" y="109389"/>
                    <a:pt x="901256" y="123090"/>
                    <a:pt x="909237" y="133862"/>
                  </a:cubicBezTo>
                  <a:cubicBezTo>
                    <a:pt x="917218" y="144633"/>
                    <a:pt x="927906" y="150019"/>
                    <a:pt x="941300" y="150019"/>
                  </a:cubicBezTo>
                  <a:cubicBezTo>
                    <a:pt x="951681" y="150019"/>
                    <a:pt x="961253" y="146838"/>
                    <a:pt x="970015" y="140475"/>
                  </a:cubicBezTo>
                  <a:cubicBezTo>
                    <a:pt x="978777" y="134113"/>
                    <a:pt x="985168" y="126243"/>
                    <a:pt x="989186" y="116867"/>
                  </a:cubicBezTo>
                  <a:lnTo>
                    <a:pt x="989186" y="104477"/>
                  </a:lnTo>
                  <a:cubicBezTo>
                    <a:pt x="989186" y="84163"/>
                    <a:pt x="984777" y="67643"/>
                    <a:pt x="975959" y="54918"/>
                  </a:cubicBezTo>
                  <a:cubicBezTo>
                    <a:pt x="967141" y="42193"/>
                    <a:pt x="955979" y="35831"/>
                    <a:pt x="942472" y="35831"/>
                  </a:cubicBezTo>
                  <a:close/>
                  <a:moveTo>
                    <a:pt x="1349108" y="10046"/>
                  </a:moveTo>
                  <a:cubicBezTo>
                    <a:pt x="1355136" y="10046"/>
                    <a:pt x="1359712" y="11776"/>
                    <a:pt x="1362837" y="15237"/>
                  </a:cubicBezTo>
                  <a:cubicBezTo>
                    <a:pt x="1365963" y="18697"/>
                    <a:pt x="1367526" y="22938"/>
                    <a:pt x="1367526" y="27961"/>
                  </a:cubicBezTo>
                  <a:cubicBezTo>
                    <a:pt x="1367526" y="32984"/>
                    <a:pt x="1365963" y="37170"/>
                    <a:pt x="1362837" y="40519"/>
                  </a:cubicBezTo>
                  <a:cubicBezTo>
                    <a:pt x="1359712" y="43867"/>
                    <a:pt x="1355136" y="45542"/>
                    <a:pt x="1349108" y="45542"/>
                  </a:cubicBezTo>
                  <a:cubicBezTo>
                    <a:pt x="1343081" y="45542"/>
                    <a:pt x="1338532" y="43867"/>
                    <a:pt x="1335462" y="40519"/>
                  </a:cubicBezTo>
                  <a:cubicBezTo>
                    <a:pt x="1332393" y="37170"/>
                    <a:pt x="1330858" y="32984"/>
                    <a:pt x="1330858" y="27961"/>
                  </a:cubicBezTo>
                  <a:cubicBezTo>
                    <a:pt x="1330858" y="22938"/>
                    <a:pt x="1332393" y="18697"/>
                    <a:pt x="1335462" y="15237"/>
                  </a:cubicBezTo>
                  <a:cubicBezTo>
                    <a:pt x="1338532" y="11776"/>
                    <a:pt x="1343081" y="10046"/>
                    <a:pt x="1349108" y="10046"/>
                  </a:cubicBezTo>
                  <a:close/>
                  <a:moveTo>
                    <a:pt x="942305" y="10046"/>
                  </a:moveTo>
                  <a:cubicBezTo>
                    <a:pt x="966415" y="10046"/>
                    <a:pt x="985419" y="19060"/>
                    <a:pt x="999316" y="37086"/>
                  </a:cubicBezTo>
                  <a:cubicBezTo>
                    <a:pt x="1013212" y="55113"/>
                    <a:pt x="1020161" y="79698"/>
                    <a:pt x="1020161" y="110840"/>
                  </a:cubicBezTo>
                  <a:lnTo>
                    <a:pt x="1020161" y="119881"/>
                  </a:lnTo>
                  <a:cubicBezTo>
                    <a:pt x="1020161" y="167320"/>
                    <a:pt x="1010785" y="201950"/>
                    <a:pt x="992032" y="223772"/>
                  </a:cubicBezTo>
                  <a:cubicBezTo>
                    <a:pt x="973280" y="245594"/>
                    <a:pt x="944984" y="256784"/>
                    <a:pt x="907144" y="257342"/>
                  </a:cubicBezTo>
                  <a:lnTo>
                    <a:pt x="901117" y="257342"/>
                  </a:lnTo>
                  <a:lnTo>
                    <a:pt x="901117" y="231056"/>
                  </a:lnTo>
                  <a:lnTo>
                    <a:pt x="907647" y="231056"/>
                  </a:lnTo>
                  <a:cubicBezTo>
                    <a:pt x="933208" y="230611"/>
                    <a:pt x="952853" y="223956"/>
                    <a:pt x="966583" y="211089"/>
                  </a:cubicBezTo>
                  <a:cubicBezTo>
                    <a:pt x="980312" y="198223"/>
                    <a:pt x="987791" y="177866"/>
                    <a:pt x="989018" y="150019"/>
                  </a:cubicBezTo>
                  <a:cubicBezTo>
                    <a:pt x="982545" y="157721"/>
                    <a:pt x="974815" y="163916"/>
                    <a:pt x="965829" y="168604"/>
                  </a:cubicBezTo>
                  <a:cubicBezTo>
                    <a:pt x="956844" y="173292"/>
                    <a:pt x="946993" y="175636"/>
                    <a:pt x="936278" y="175636"/>
                  </a:cubicBezTo>
                  <a:cubicBezTo>
                    <a:pt x="922213" y="175636"/>
                    <a:pt x="909963" y="172176"/>
                    <a:pt x="899526" y="165255"/>
                  </a:cubicBezTo>
                  <a:cubicBezTo>
                    <a:pt x="889090" y="158335"/>
                    <a:pt x="881025" y="148596"/>
                    <a:pt x="875332" y="136038"/>
                  </a:cubicBezTo>
                  <a:cubicBezTo>
                    <a:pt x="869640" y="123481"/>
                    <a:pt x="866793" y="109612"/>
                    <a:pt x="866793" y="94431"/>
                  </a:cubicBezTo>
                  <a:cubicBezTo>
                    <a:pt x="866793" y="78135"/>
                    <a:pt x="869891" y="63457"/>
                    <a:pt x="876086" y="50397"/>
                  </a:cubicBezTo>
                  <a:cubicBezTo>
                    <a:pt x="882281" y="37338"/>
                    <a:pt x="891071" y="27347"/>
                    <a:pt x="902456" y="20427"/>
                  </a:cubicBezTo>
                  <a:cubicBezTo>
                    <a:pt x="913842" y="13506"/>
                    <a:pt x="927125" y="10046"/>
                    <a:pt x="942305" y="10046"/>
                  </a:cubicBezTo>
                  <a:close/>
                  <a:moveTo>
                    <a:pt x="1530771" y="0"/>
                  </a:moveTo>
                  <a:lnTo>
                    <a:pt x="1561746" y="0"/>
                  </a:lnTo>
                  <a:lnTo>
                    <a:pt x="1561746" y="257175"/>
                  </a:lnTo>
                  <a:lnTo>
                    <a:pt x="1533283" y="257175"/>
                  </a:lnTo>
                  <a:lnTo>
                    <a:pt x="1531776" y="237753"/>
                  </a:lnTo>
                  <a:cubicBezTo>
                    <a:pt x="1519386" y="252933"/>
                    <a:pt x="1502141" y="260524"/>
                    <a:pt x="1480040" y="260524"/>
                  </a:cubicBezTo>
                  <a:cubicBezTo>
                    <a:pt x="1459055" y="260524"/>
                    <a:pt x="1441949" y="251929"/>
                    <a:pt x="1428722" y="234739"/>
                  </a:cubicBezTo>
                  <a:cubicBezTo>
                    <a:pt x="1415495" y="217549"/>
                    <a:pt x="1408881" y="195114"/>
                    <a:pt x="1408881" y="167432"/>
                  </a:cubicBezTo>
                  <a:lnTo>
                    <a:pt x="1408881" y="165088"/>
                  </a:lnTo>
                  <a:cubicBezTo>
                    <a:pt x="1408881" y="137294"/>
                    <a:pt x="1415467" y="114942"/>
                    <a:pt x="1428638" y="98031"/>
                  </a:cubicBezTo>
                  <a:cubicBezTo>
                    <a:pt x="1441809" y="81121"/>
                    <a:pt x="1459055" y="72666"/>
                    <a:pt x="1480375" y="72666"/>
                  </a:cubicBezTo>
                  <a:cubicBezTo>
                    <a:pt x="1501583" y="72666"/>
                    <a:pt x="1518381" y="79921"/>
                    <a:pt x="1530771" y="94431"/>
                  </a:cubicBezTo>
                  <a:close/>
                  <a:moveTo>
                    <a:pt x="1247645" y="0"/>
                  </a:moveTo>
                  <a:lnTo>
                    <a:pt x="1278619" y="0"/>
                  </a:lnTo>
                  <a:lnTo>
                    <a:pt x="1278619" y="257175"/>
                  </a:lnTo>
                  <a:lnTo>
                    <a:pt x="1247645" y="257175"/>
                  </a:lnTo>
                  <a:close/>
                </a:path>
              </a:pathLst>
            </a:custGeom>
            <a:solidFill>
              <a:schemeClr val="bg1">
                <a:lumMod val="75000"/>
              </a:schemeClr>
            </a:solidFill>
            <a:ln>
              <a:noFill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l"/>
              <a:endParaRPr lang="en-US" sz="2700">
                <a:solidFill>
                  <a:schemeClr val="bg1">
                    <a:lumMod val="75000"/>
                  </a:schemeClr>
                </a:solidFill>
                <a:latin typeface="#9Slide02 Noi dung dai" panose="02000000000000000000" pitchFamily="2" charset="0"/>
                <a:ea typeface="#9Slide02 Noi dung dai" panose="02000000000000000000" pitchFamily="2" charset="0"/>
              </a:endParaRP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2465F73-4B27-4C0F-9B02-510C8E083EB6}"/>
                </a:ext>
              </a:extLst>
            </p:cNvPr>
            <p:cNvSpPr/>
            <p:nvPr/>
          </p:nvSpPr>
          <p:spPr>
            <a:xfrm>
              <a:off x="-2202100" y="-2224223"/>
              <a:ext cx="16596200" cy="1128432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0" name="9Slide.vn">
            <a:extLst>
              <a:ext uri="{FF2B5EF4-FFF2-40B4-BE49-F238E27FC236}">
                <a16:creationId xmlns:a16="http://schemas.microsoft.com/office/drawing/2014/main" id="{0F30810D-0BA7-48B5-9100-E09C5C296021}"/>
              </a:ext>
            </a:extLst>
          </p:cNvPr>
          <p:cNvSpPr>
            <a:spLocks noSelect="1"/>
          </p:cNvSpPr>
          <p:nvPr userDrawn="1">
            <p:custDataLst>
              <p:tags r:id="rId8"/>
            </p:custDataLst>
          </p:nvPr>
        </p:nvSpPr>
        <p:spPr>
          <a:xfrm>
            <a:off x="6091428" y="-8915400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9Slide.vn">
            <a:extLst>
              <a:ext uri="{FF2B5EF4-FFF2-40B4-BE49-F238E27FC236}">
                <a16:creationId xmlns:a16="http://schemas.microsoft.com/office/drawing/2014/main" id="{5703AF2A-1D5F-4BD2-8904-9B6C863CB9B3}"/>
              </a:ext>
            </a:extLst>
          </p:cNvPr>
          <p:cNvSpPr>
            <a:spLocks noSelect="1"/>
          </p:cNvSpPr>
          <p:nvPr userDrawn="1">
            <p:custDataLst>
              <p:tags r:id="rId9"/>
            </p:custDataLst>
          </p:nvPr>
        </p:nvSpPr>
        <p:spPr>
          <a:xfrm>
            <a:off x="6091428" y="15764256"/>
            <a:ext cx="9144" cy="9144"/>
          </a:xfrm>
          <a:prstGeom prst="ellipse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1463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4" r:id="rId2"/>
    <p:sldLayoutId id="2147483649" r:id="rId3"/>
    <p:sldLayoutId id="2147483657" r:id="rId4"/>
    <p:sldLayoutId id="2147483650" r:id="rId5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50000"/>
              <a:lumOff val="5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2D05F6D9-5182-377A-629C-779935093DC5}"/>
              </a:ext>
            </a:extLst>
          </p:cNvPr>
          <p:cNvGrpSpPr/>
          <p:nvPr/>
        </p:nvGrpSpPr>
        <p:grpSpPr>
          <a:xfrm>
            <a:off x="-5562600" y="744046"/>
            <a:ext cx="4749730" cy="2632565"/>
            <a:chOff x="3660175" y="2168035"/>
            <a:chExt cx="4749730" cy="2632565"/>
          </a:xfrm>
        </p:grpSpPr>
        <p:sp>
          <p:nvSpPr>
            <p:cNvPr id="3" name="Right Triangle 2">
              <a:extLst>
                <a:ext uri="{FF2B5EF4-FFF2-40B4-BE49-F238E27FC236}">
                  <a16:creationId xmlns:a16="http://schemas.microsoft.com/office/drawing/2014/main" id="{21BEDCD4-82EB-D272-24B2-0D987F2CB90E}"/>
                </a:ext>
              </a:extLst>
            </p:cNvPr>
            <p:cNvSpPr/>
            <p:nvPr/>
          </p:nvSpPr>
          <p:spPr>
            <a:xfrm>
              <a:off x="3733800" y="2895600"/>
              <a:ext cx="4419600" cy="1905000"/>
            </a:xfrm>
            <a:prstGeom prst="rtTriangl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bg2">
                  <a:lumMod val="1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F3D3EBB-D136-DD70-C95D-F3214E98C36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3660175" y="2548466"/>
              <a:ext cx="365760" cy="36576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extrusionH="31750">
              <a:bevelT w="203200" h="50800"/>
              <a:bevelB w="247650" h="571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39B87231-A8DF-F697-17A2-D03C9AD48AED}"/>
                </a:ext>
              </a:extLst>
            </p:cNvPr>
            <p:cNvSpPr txBox="1"/>
            <p:nvPr/>
          </p:nvSpPr>
          <p:spPr>
            <a:xfrm>
              <a:off x="3742867" y="2168035"/>
              <a:ext cx="200376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400" b="1">
                  <a:solidFill>
                    <a:sysClr val="windowText" lastClr="000000"/>
                  </a:solidFill>
                </a:rPr>
                <a:t>A</a:t>
              </a:r>
            </a:p>
          </p:txBody>
        </p: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B4342DC1-CB74-2656-C88E-DD623E7F446E}"/>
                </a:ext>
              </a:extLst>
            </p:cNvPr>
            <p:cNvGrpSpPr/>
            <p:nvPr/>
          </p:nvGrpSpPr>
          <p:grpSpPr>
            <a:xfrm>
              <a:off x="4932708" y="2716676"/>
              <a:ext cx="365760" cy="746191"/>
              <a:chOff x="4575692" y="2202526"/>
              <a:chExt cx="365760" cy="746191"/>
            </a:xfrm>
          </p:grpSpPr>
          <p:sp>
            <p:nvSpPr>
              <p:cNvPr id="6" name="Oval 5">
                <a:extLst>
                  <a:ext uri="{FF2B5EF4-FFF2-40B4-BE49-F238E27FC236}">
                    <a16:creationId xmlns:a16="http://schemas.microsoft.com/office/drawing/2014/main" id="{412C0BE6-77BC-2D58-013B-F1E797F9C588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4575692" y="2582957"/>
                <a:ext cx="365760" cy="36576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extrusionH="31750">
                <a:bevelT w="203200" h="50800"/>
                <a:bevelB w="247650" h="571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2D82075-9DB4-017A-0C14-47D5389A393C}"/>
                  </a:ext>
                </a:extLst>
              </p:cNvPr>
              <p:cNvSpPr txBox="1"/>
              <p:nvPr/>
            </p:nvSpPr>
            <p:spPr>
              <a:xfrm>
                <a:off x="4662392" y="2202526"/>
                <a:ext cx="192360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2400" b="1">
                    <a:solidFill>
                      <a:sysClr val="windowText" lastClr="000000"/>
                    </a:solidFill>
                  </a:rPr>
                  <a:t>B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3CBA8E0-935C-B548-A66A-27088CF06BF0}"/>
                </a:ext>
              </a:extLst>
            </p:cNvPr>
            <p:cNvGrpSpPr/>
            <p:nvPr/>
          </p:nvGrpSpPr>
          <p:grpSpPr>
            <a:xfrm>
              <a:off x="8044145" y="4054409"/>
              <a:ext cx="365760" cy="746191"/>
              <a:chOff x="7677504" y="3521009"/>
              <a:chExt cx="365760" cy="746191"/>
            </a:xfrm>
          </p:grpSpPr>
          <p:sp>
            <p:nvSpPr>
              <p:cNvPr id="8" name="Oval 7">
                <a:extLst>
                  <a:ext uri="{FF2B5EF4-FFF2-40B4-BE49-F238E27FC236}">
                    <a16:creationId xmlns:a16="http://schemas.microsoft.com/office/drawing/2014/main" id="{A763DB66-5450-88DE-9A85-CE51E2283C3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7677504" y="3901440"/>
                <a:ext cx="365760" cy="36576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  <a:scene3d>
                <a:camera prst="orthographicFront"/>
                <a:lightRig rig="threePt" dir="t"/>
              </a:scene3d>
              <a:sp3d extrusionH="31750">
                <a:bevelT w="203200" h="50800"/>
                <a:bevelB w="247650" h="57150"/>
              </a:sp3d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97F430C-B0C0-534F-545A-DE0002FD3687}"/>
                  </a:ext>
                </a:extLst>
              </p:cNvPr>
              <p:cNvSpPr txBox="1"/>
              <p:nvPr/>
            </p:nvSpPr>
            <p:spPr>
              <a:xfrm>
                <a:off x="7760196" y="3521009"/>
                <a:ext cx="200376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l"/>
                <a:r>
                  <a:rPr lang="en-US" sz="2400" b="1">
                    <a:solidFill>
                      <a:sysClr val="windowText" lastClr="000000"/>
                    </a:solidFill>
                  </a:rPr>
                  <a:t>C</a:t>
                </a:r>
              </a:p>
            </p:txBody>
          </p:sp>
        </p:grpSp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47F68E01-5C4E-B40C-6C7F-533FC666B6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147" y="313371"/>
            <a:ext cx="10443705" cy="5760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707951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FCC011-D7FB-B4C1-2E4C-AFE64DE54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roup 61">
            <a:extLst>
              <a:ext uri="{FF2B5EF4-FFF2-40B4-BE49-F238E27FC236}">
                <a16:creationId xmlns:a16="http://schemas.microsoft.com/office/drawing/2014/main" id="{C2F3B318-93C8-6C06-6E19-7A007992FBF1}"/>
              </a:ext>
            </a:extLst>
          </p:cNvPr>
          <p:cNvGrpSpPr/>
          <p:nvPr/>
        </p:nvGrpSpPr>
        <p:grpSpPr>
          <a:xfrm>
            <a:off x="-5105400" y="1219200"/>
            <a:ext cx="3672902" cy="3861309"/>
            <a:chOff x="3357837" y="2082703"/>
            <a:chExt cx="3672902" cy="3861309"/>
          </a:xfrm>
        </p:grpSpPr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F0E79C72-D38E-1686-5599-6BDC3C162D01}"/>
                </a:ext>
              </a:extLst>
            </p:cNvPr>
            <p:cNvSpPr/>
            <p:nvPr/>
          </p:nvSpPr>
          <p:spPr>
            <a:xfrm>
              <a:off x="3507275" y="4618807"/>
              <a:ext cx="3340584" cy="715210"/>
            </a:xfrm>
            <a:custGeom>
              <a:avLst/>
              <a:gdLst>
                <a:gd name="connsiteX0" fmla="*/ 3340584 w 3340584"/>
                <a:gd name="connsiteY0" fmla="*/ 0 h 865571"/>
                <a:gd name="connsiteX1" fmla="*/ 3340584 w 3340584"/>
                <a:gd name="connsiteY1" fmla="*/ 497443 h 865571"/>
                <a:gd name="connsiteX2" fmla="*/ 3108665 w 3340584"/>
                <a:gd name="connsiteY2" fmla="*/ 613831 h 865571"/>
                <a:gd name="connsiteX3" fmla="*/ 0 w 3340584"/>
                <a:gd name="connsiteY3" fmla="*/ 150361 h 865571"/>
                <a:gd name="connsiteX0" fmla="*/ 3340584 w 3432024"/>
                <a:gd name="connsiteY0" fmla="*/ 0 h 865571"/>
                <a:gd name="connsiteX1" fmla="*/ 3340584 w 3432024"/>
                <a:gd name="connsiteY1" fmla="*/ 497443 h 865571"/>
                <a:gd name="connsiteX2" fmla="*/ 3108665 w 3432024"/>
                <a:gd name="connsiteY2" fmla="*/ 613831 h 865571"/>
                <a:gd name="connsiteX3" fmla="*/ 0 w 3432024"/>
                <a:gd name="connsiteY3" fmla="*/ 150361 h 865571"/>
                <a:gd name="connsiteX4" fmla="*/ 3432024 w 3432024"/>
                <a:gd name="connsiteY4" fmla="*/ 91440 h 865571"/>
                <a:gd name="connsiteX0" fmla="*/ 3340584 w 3340584"/>
                <a:gd name="connsiteY0" fmla="*/ 0 h 865571"/>
                <a:gd name="connsiteX1" fmla="*/ 3340584 w 3340584"/>
                <a:gd name="connsiteY1" fmla="*/ 497443 h 865571"/>
                <a:gd name="connsiteX2" fmla="*/ 3108665 w 3340584"/>
                <a:gd name="connsiteY2" fmla="*/ 613831 h 865571"/>
                <a:gd name="connsiteX3" fmla="*/ 0 w 3340584"/>
                <a:gd name="connsiteY3" fmla="*/ 150361 h 865571"/>
                <a:gd name="connsiteX0" fmla="*/ 3340584 w 3340584"/>
                <a:gd name="connsiteY0" fmla="*/ 347082 h 715210"/>
                <a:gd name="connsiteX1" fmla="*/ 3108665 w 3340584"/>
                <a:gd name="connsiteY1" fmla="*/ 463470 h 715210"/>
                <a:gd name="connsiteX2" fmla="*/ 0 w 3340584"/>
                <a:gd name="connsiteY2" fmla="*/ 0 h 7152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340584" h="715210">
                  <a:moveTo>
                    <a:pt x="3340584" y="347082"/>
                  </a:moveTo>
                  <a:lnTo>
                    <a:pt x="3108665" y="463470"/>
                  </a:lnTo>
                  <a:cubicBezTo>
                    <a:pt x="2099547" y="911153"/>
                    <a:pt x="883314" y="764766"/>
                    <a:pt x="0" y="0"/>
                  </a:cubicBezTo>
                </a:path>
              </a:pathLst>
            </a:custGeom>
            <a:noFill/>
            <a:ln w="28575">
              <a:solidFill>
                <a:schemeClr val="tx1">
                  <a:lumMod val="50000"/>
                  <a:lumOff val="50000"/>
                </a:schemeClr>
              </a:soli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BD107181-6506-2CAE-F1DD-788359FE26EC}"/>
                </a:ext>
              </a:extLst>
            </p:cNvPr>
            <p:cNvGrpSpPr/>
            <p:nvPr/>
          </p:nvGrpSpPr>
          <p:grpSpPr>
            <a:xfrm>
              <a:off x="4674972" y="2295627"/>
              <a:ext cx="1611295" cy="41807"/>
              <a:chOff x="4617220" y="2286002"/>
              <a:chExt cx="1611295" cy="41807"/>
            </a:xfrm>
          </p:grpSpPr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98B2E7F6-3DD2-48FC-7A3A-52F41AAC50FD}"/>
                  </a:ext>
                </a:extLst>
              </p:cNvPr>
              <p:cNvSpPr/>
              <p:nvPr/>
            </p:nvSpPr>
            <p:spPr>
              <a:xfrm rot="18900000">
                <a:off x="4617220" y="2286002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: Rounded Corners 31">
                <a:extLst>
                  <a:ext uri="{FF2B5EF4-FFF2-40B4-BE49-F238E27FC236}">
                    <a16:creationId xmlns:a16="http://schemas.microsoft.com/office/drawing/2014/main" id="{0B7F93FD-1590-E6B6-8548-22C98D5ABCFB}"/>
                  </a:ext>
                </a:extLst>
              </p:cNvPr>
              <p:cNvSpPr/>
              <p:nvPr/>
            </p:nvSpPr>
            <p:spPr>
              <a:xfrm rot="18900000">
                <a:off x="4793919" y="2286003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C843A0D7-E6E4-93F9-5B2C-09EA2AC2291C}"/>
                  </a:ext>
                </a:extLst>
              </p:cNvPr>
              <p:cNvSpPr/>
              <p:nvPr/>
            </p:nvSpPr>
            <p:spPr>
              <a:xfrm rot="18900000">
                <a:off x="4970618" y="2286004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4" name="Rectangle: Rounded Corners 33">
                <a:extLst>
                  <a:ext uri="{FF2B5EF4-FFF2-40B4-BE49-F238E27FC236}">
                    <a16:creationId xmlns:a16="http://schemas.microsoft.com/office/drawing/2014/main" id="{7037CA52-03DE-4798-3120-BBFB1777743B}"/>
                  </a:ext>
                </a:extLst>
              </p:cNvPr>
              <p:cNvSpPr/>
              <p:nvPr/>
            </p:nvSpPr>
            <p:spPr>
              <a:xfrm rot="18900000">
                <a:off x="5147317" y="2286005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5E76425D-5B7F-99C1-37A0-5EA78E18FADB}"/>
                  </a:ext>
                </a:extLst>
              </p:cNvPr>
              <p:cNvSpPr/>
              <p:nvPr/>
            </p:nvSpPr>
            <p:spPr>
              <a:xfrm rot="18900000">
                <a:off x="5324016" y="2286006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6" name="Rectangle: Rounded Corners 35">
                <a:extLst>
                  <a:ext uri="{FF2B5EF4-FFF2-40B4-BE49-F238E27FC236}">
                    <a16:creationId xmlns:a16="http://schemas.microsoft.com/office/drawing/2014/main" id="{5C961C60-FEA5-AB34-7C1A-582E7299BE46}"/>
                  </a:ext>
                </a:extLst>
              </p:cNvPr>
              <p:cNvSpPr/>
              <p:nvPr/>
            </p:nvSpPr>
            <p:spPr>
              <a:xfrm rot="18900000">
                <a:off x="5500715" y="2286007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0478EF78-3528-389F-F5AA-BD1A76231BA7}"/>
                  </a:ext>
                </a:extLst>
              </p:cNvPr>
              <p:cNvSpPr/>
              <p:nvPr/>
            </p:nvSpPr>
            <p:spPr>
              <a:xfrm rot="18900000">
                <a:off x="5677414" y="2286008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8" name="Rectangle: Rounded Corners 37">
                <a:extLst>
                  <a:ext uri="{FF2B5EF4-FFF2-40B4-BE49-F238E27FC236}">
                    <a16:creationId xmlns:a16="http://schemas.microsoft.com/office/drawing/2014/main" id="{087698E8-6A48-A128-A761-883FF0C36208}"/>
                  </a:ext>
                </a:extLst>
              </p:cNvPr>
              <p:cNvSpPr/>
              <p:nvPr/>
            </p:nvSpPr>
            <p:spPr>
              <a:xfrm rot="18900000">
                <a:off x="5854113" y="2286009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9" name="Rectangle: Rounded Corners 38">
                <a:extLst>
                  <a:ext uri="{FF2B5EF4-FFF2-40B4-BE49-F238E27FC236}">
                    <a16:creationId xmlns:a16="http://schemas.microsoft.com/office/drawing/2014/main" id="{5E2569E4-47BE-9B15-1A88-2840D7F8BC55}"/>
                  </a:ext>
                </a:extLst>
              </p:cNvPr>
              <p:cNvSpPr/>
              <p:nvPr/>
            </p:nvSpPr>
            <p:spPr>
              <a:xfrm rot="18900000">
                <a:off x="6030812" y="2286010"/>
                <a:ext cx="197703" cy="41799"/>
              </a:xfrm>
              <a:prstGeom prst="roundRect">
                <a:avLst>
                  <a:gd name="adj" fmla="val 50000"/>
                </a:avLst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9A936FAF-F90C-BE7D-A0A7-921C9D9CB484}"/>
                </a:ext>
              </a:extLst>
            </p:cNvPr>
            <p:cNvSpPr/>
            <p:nvPr/>
          </p:nvSpPr>
          <p:spPr>
            <a:xfrm>
              <a:off x="4455302" y="2366254"/>
              <a:ext cx="1935125" cy="50646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0A0D6B6F-6BDA-E1BA-326A-3B00D800DEDC}"/>
                </a:ext>
              </a:extLst>
            </p:cNvPr>
            <p:cNvSpPr/>
            <p:nvPr/>
          </p:nvSpPr>
          <p:spPr>
            <a:xfrm>
              <a:off x="5406727" y="2402682"/>
              <a:ext cx="32273" cy="276875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56C47AF-0663-EB29-5510-7AD8752C1A10}"/>
                </a:ext>
              </a:extLst>
            </p:cNvPr>
            <p:cNvSpPr/>
            <p:nvPr/>
          </p:nvSpPr>
          <p:spPr>
            <a:xfrm rot="19848434">
              <a:off x="6079257" y="2233236"/>
              <a:ext cx="32273" cy="276875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12018F5E-5400-FF26-480F-2F68ED6ED08E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237847" y="5140336"/>
              <a:ext cx="365760" cy="36576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extrusionH="31750">
              <a:bevelT w="203200" h="50800"/>
              <a:bevelB w="247650" h="571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DEC5898-D55B-457A-8A5D-2765CCE223DB}"/>
                </a:ext>
              </a:extLst>
            </p:cNvPr>
            <p:cNvSpPr txBox="1"/>
            <p:nvPr/>
          </p:nvSpPr>
          <p:spPr>
            <a:xfrm>
              <a:off x="5338190" y="5574680"/>
              <a:ext cx="192360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400" b="1">
                  <a:solidFill>
                    <a:sysClr val="windowText" lastClr="000000"/>
                  </a:solidFill>
                </a:rPr>
                <a:t>B</a:t>
              </a: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D0E0CE41-9D31-D8D4-758C-42918730878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6664979" y="4774576"/>
              <a:ext cx="365760" cy="36576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extrusionH="31750">
              <a:bevelT w="203200" h="50800"/>
              <a:bevelB w="247650" h="571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EAA9A70-550D-A9F1-CEA3-27F0CC5F64C5}"/>
                </a:ext>
              </a:extLst>
            </p:cNvPr>
            <p:cNvSpPr/>
            <p:nvPr/>
          </p:nvSpPr>
          <p:spPr>
            <a:xfrm rot="2488544" flipH="1">
              <a:off x="4481214" y="2082703"/>
              <a:ext cx="32273" cy="2768754"/>
            </a:xfrm>
            <a:prstGeom prst="rect">
              <a:avLst/>
            </a:prstGeom>
            <a:solidFill>
              <a:schemeClr val="bg2">
                <a:lumMod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4" name="Oval 53">
              <a:extLst>
                <a:ext uri="{FF2B5EF4-FFF2-40B4-BE49-F238E27FC236}">
                  <a16:creationId xmlns:a16="http://schemas.microsoft.com/office/drawing/2014/main" id="{929E6215-684D-8DB3-12BA-D1FE9789D45D}"/>
                </a:ext>
              </a:extLst>
            </p:cNvPr>
            <p:cNvSpPr>
              <a:spLocks noChangeAspect="1"/>
            </p:cNvSpPr>
            <p:nvPr/>
          </p:nvSpPr>
          <p:spPr>
            <a:xfrm flipH="1">
              <a:off x="3357837" y="4377032"/>
              <a:ext cx="365760" cy="36576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  <a:scene3d>
              <a:camera prst="orthographicFront"/>
              <a:lightRig rig="threePt" dir="t"/>
            </a:scene3d>
            <a:sp3d extrusionH="31750">
              <a:bevelT w="203200" h="50800"/>
              <a:bevelB w="247650" h="57150"/>
            </a:sp3d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A48DE6F2-D6F4-FF8E-A3B1-BCD62502137B}"/>
                </a:ext>
              </a:extLst>
            </p:cNvPr>
            <p:cNvSpPr txBox="1"/>
            <p:nvPr/>
          </p:nvSpPr>
          <p:spPr>
            <a:xfrm>
              <a:off x="3411095" y="4771004"/>
              <a:ext cx="200376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400" b="1">
                  <a:solidFill>
                    <a:sysClr val="windowText" lastClr="000000"/>
                  </a:solidFill>
                </a:rPr>
                <a:t>A</a:t>
              </a: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CBADBAE5-3EA6-2617-50AB-679E26F5FDB1}"/>
                </a:ext>
              </a:extLst>
            </p:cNvPr>
            <p:cNvSpPr txBox="1"/>
            <p:nvPr/>
          </p:nvSpPr>
          <p:spPr>
            <a:xfrm>
              <a:off x="6747671" y="5209787"/>
              <a:ext cx="200376" cy="369332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l"/>
              <a:r>
                <a:rPr lang="en-US" sz="2400" b="1">
                  <a:solidFill>
                    <a:sysClr val="windowText" lastClr="000000"/>
                  </a:solidFill>
                </a:rPr>
                <a:t>C</a:t>
              </a:r>
            </a:p>
          </p:txBody>
        </p:sp>
      </p:grpSp>
      <p:pic>
        <p:nvPicPr>
          <p:cNvPr id="63" name="Picture 62">
            <a:extLst>
              <a:ext uri="{FF2B5EF4-FFF2-40B4-BE49-F238E27FC236}">
                <a16:creationId xmlns:a16="http://schemas.microsoft.com/office/drawing/2014/main" id="{F729D6E9-D816-ADD4-E96E-B9E5E34200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2200" y="404569"/>
            <a:ext cx="6624881" cy="65836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5993609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95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APE_LOCKS" val="16"/>
</p:tagLst>
</file>

<file path=ppt/theme/theme1.xml><?xml version="1.0" encoding="utf-8"?>
<a:theme xmlns:a="http://schemas.openxmlformats.org/drawingml/2006/main" name="Office Theme">
  <a:themeElements>
    <a:clrScheme name="9Slide - 2021">
      <a:dk1>
        <a:sysClr val="windowText" lastClr="000000"/>
      </a:dk1>
      <a:lt1>
        <a:sysClr val="window" lastClr="FFFFFF"/>
      </a:lt1>
      <a:dk2>
        <a:srgbClr val="092D6C"/>
      </a:dk2>
      <a:lt2>
        <a:srgbClr val="FCECD0"/>
      </a:lt2>
      <a:accent1>
        <a:srgbClr val="4FC1E9"/>
      </a:accent1>
      <a:accent2>
        <a:srgbClr val="48CFAD"/>
      </a:accent2>
      <a:accent3>
        <a:srgbClr val="A0D468"/>
      </a:accent3>
      <a:accent4>
        <a:srgbClr val="FFBD45"/>
      </a:accent4>
      <a:accent5>
        <a:srgbClr val="FC6E51"/>
      </a:accent5>
      <a:accent6>
        <a:srgbClr val="ED5565"/>
      </a:accent6>
      <a:hlink>
        <a:srgbClr val="5D9CEC"/>
      </a:hlink>
      <a:folHlink>
        <a:srgbClr val="AC92EC"/>
      </a:folHlink>
    </a:clrScheme>
    <a:fontScheme name="9Slide Fonts">
      <a:majorFont>
        <a:latin typeface="#9Slide02 Tieu de dai"/>
        <a:ea typeface=""/>
        <a:cs typeface=""/>
      </a:majorFont>
      <a:minorFont>
        <a:latin typeface="#9Slide02 Noi dung da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mtClean="0">
            <a:solidFill>
              <a:schemeClr val="tx1">
                <a:lumMod val="50000"/>
                <a:lumOff val="50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Blank.potx" id="{4C410E64-73D4-4894-A16A-B0A564A2C1B3}" vid="{BD11DD77-7AB8-40E7-98B4-F754939C4E0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9Slide.vn</Template>
  <TotalTime>171</TotalTime>
  <Words>6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#9Slide02 Noi dung dai</vt:lpstr>
      <vt:lpstr>#9Slide02 Tieu de dai</vt:lpstr>
      <vt:lpstr>Arial</vt:lpstr>
      <vt:lpstr>Office Theme</vt:lpstr>
      <vt:lpstr>PowerPoint Presentation</vt:lpstr>
      <vt:lpstr>PowerPoint Presentation</vt:lpstr>
    </vt:vector>
  </TitlesOfParts>
  <Manager>9Slide.vn</Manager>
  <Company>9Slide.vn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9Slide.vn</dc:title>
  <dc:subject>9Slide.vn</dc:subject>
  <dc:creator>giasu</dc:creator>
  <cp:keywords>9Slide</cp:keywords>
  <dc:description>9Slide.vn</dc:description>
  <cp:lastModifiedBy>Duy Nguyễn Tường</cp:lastModifiedBy>
  <cp:revision>3</cp:revision>
  <dcterms:created xsi:type="dcterms:W3CDTF">2025-09-22T03:15:06Z</dcterms:created>
  <dcterms:modified xsi:type="dcterms:W3CDTF">2025-09-22T06:06:19Z</dcterms:modified>
  <cp:category>9Slide.vn</cp:category>
  <cp:contentStatus>9Slide</cp:contentStatus>
</cp:coreProperties>
</file>