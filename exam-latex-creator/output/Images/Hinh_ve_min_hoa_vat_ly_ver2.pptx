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923" autoAdjust="0"/>
  </p:normalViewPr>
  <p:slideViewPr>
    <p:cSldViewPr showGuides="1">
      <p:cViewPr>
        <p:scale>
          <a:sx n="33" d="100"/>
          <a:sy n="33" d="100"/>
        </p:scale>
        <p:origin x="1220" y="4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Slide.vn - 2019">
            <a:extLst>
              <a:ext uri="{FF2B5EF4-FFF2-40B4-BE49-F238E27FC236}">
                <a16:creationId xmlns:a16="http://schemas.microsoft.com/office/drawing/2014/main" id="{85222E1F-C091-8DA7-68DC-B7036DC8AF31}"/>
              </a:ext>
            </a:extLst>
          </p:cNvPr>
          <p:cNvSpPr txBox="1"/>
          <p:nvPr userDrawn="1"/>
        </p:nvSpPr>
        <p:spPr>
          <a:xfrm>
            <a:off x="0" y="-15123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D05F6D9-5182-377A-629C-779935093DC5}"/>
              </a:ext>
            </a:extLst>
          </p:cNvPr>
          <p:cNvGrpSpPr/>
          <p:nvPr/>
        </p:nvGrpSpPr>
        <p:grpSpPr>
          <a:xfrm>
            <a:off x="-5562600" y="744046"/>
            <a:ext cx="4749730" cy="2632565"/>
            <a:chOff x="3660175" y="2168035"/>
            <a:chExt cx="4749730" cy="2632565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21BEDCD4-82EB-D272-24B2-0D987F2CB90E}"/>
                </a:ext>
              </a:extLst>
            </p:cNvPr>
            <p:cNvSpPr/>
            <p:nvPr/>
          </p:nvSpPr>
          <p:spPr>
            <a:xfrm>
              <a:off x="3733800" y="2895600"/>
              <a:ext cx="4419600" cy="1905000"/>
            </a:xfrm>
            <a:prstGeom prst="rtTriangl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F3D3EBB-D136-DD70-C95D-F3214E98C3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60175" y="2548466"/>
              <a:ext cx="365760" cy="36576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31750">
              <a:bevelT w="203200" h="50800"/>
              <a:bevelB w="2476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B87231-A8DF-F697-17A2-D03C9AD48AED}"/>
                </a:ext>
              </a:extLst>
            </p:cNvPr>
            <p:cNvSpPr txBox="1"/>
            <p:nvPr/>
          </p:nvSpPr>
          <p:spPr>
            <a:xfrm>
              <a:off x="3742867" y="2168035"/>
              <a:ext cx="200376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400" b="1">
                  <a:solidFill>
                    <a:sysClr val="windowText" lastClr="000000"/>
                  </a:solidFill>
                </a:rPr>
                <a:t>A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342DC1-CB74-2656-C88E-DD623E7F446E}"/>
                </a:ext>
              </a:extLst>
            </p:cNvPr>
            <p:cNvGrpSpPr/>
            <p:nvPr/>
          </p:nvGrpSpPr>
          <p:grpSpPr>
            <a:xfrm>
              <a:off x="4932708" y="2716676"/>
              <a:ext cx="365760" cy="746191"/>
              <a:chOff x="4575692" y="2202526"/>
              <a:chExt cx="365760" cy="74619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12C0BE6-77BC-2D58-013B-F1E797F9C5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75692" y="2582957"/>
                <a:ext cx="365760" cy="36576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extrusionH="31750">
                <a:bevelT w="203200" h="50800"/>
                <a:bevelB w="247650" h="571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D82075-9DB4-017A-0C14-47D5389A393C}"/>
                  </a:ext>
                </a:extLst>
              </p:cNvPr>
              <p:cNvSpPr txBox="1"/>
              <p:nvPr/>
            </p:nvSpPr>
            <p:spPr>
              <a:xfrm>
                <a:off x="4662392" y="2202526"/>
                <a:ext cx="1923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2400" b="1">
                    <a:solidFill>
                      <a:sysClr val="windowText" lastClr="000000"/>
                    </a:solidFill>
                  </a:rPr>
                  <a:t>B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3CBA8E0-935C-B548-A66A-27088CF06BF0}"/>
                </a:ext>
              </a:extLst>
            </p:cNvPr>
            <p:cNvGrpSpPr/>
            <p:nvPr/>
          </p:nvGrpSpPr>
          <p:grpSpPr>
            <a:xfrm>
              <a:off x="8044145" y="4054409"/>
              <a:ext cx="365760" cy="746191"/>
              <a:chOff x="7677504" y="3521009"/>
              <a:chExt cx="365760" cy="74619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763DB66-5450-88DE-9A85-CE51E2283C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7504" y="3901440"/>
                <a:ext cx="365760" cy="36576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extrusionH="31750">
                <a:bevelT w="203200" h="50800"/>
                <a:bevelB w="247650" h="571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7F430C-B0C0-534F-545A-DE0002FD3687}"/>
                  </a:ext>
                </a:extLst>
              </p:cNvPr>
              <p:cNvSpPr txBox="1"/>
              <p:nvPr/>
            </p:nvSpPr>
            <p:spPr>
              <a:xfrm>
                <a:off x="7760196" y="3521009"/>
                <a:ext cx="2003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2400" b="1">
                    <a:solidFill>
                      <a:sysClr val="windowText" lastClr="000000"/>
                    </a:solidFill>
                  </a:rPr>
                  <a:t>C</a:t>
                </a:r>
              </a:p>
            </p:txBody>
          </p:sp>
        </p:grp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7F68E01-5C4E-B40C-6C7F-533FC666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47" y="313371"/>
            <a:ext cx="10443705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7951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CC011-D7FB-B4C1-2E4C-AFE64DE5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C2F3B318-93C8-6C06-6E19-7A007992FBF1}"/>
              </a:ext>
            </a:extLst>
          </p:cNvPr>
          <p:cNvGrpSpPr/>
          <p:nvPr/>
        </p:nvGrpSpPr>
        <p:grpSpPr>
          <a:xfrm>
            <a:off x="-5105400" y="1219200"/>
            <a:ext cx="3672902" cy="3861309"/>
            <a:chOff x="3357837" y="2082703"/>
            <a:chExt cx="3672902" cy="3861309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0E79C72-D38E-1686-5599-6BDC3C162D01}"/>
                </a:ext>
              </a:extLst>
            </p:cNvPr>
            <p:cNvSpPr/>
            <p:nvPr/>
          </p:nvSpPr>
          <p:spPr>
            <a:xfrm>
              <a:off x="3507275" y="4618807"/>
              <a:ext cx="3340584" cy="715210"/>
            </a:xfrm>
            <a:custGeom>
              <a:avLst/>
              <a:gdLst>
                <a:gd name="connsiteX0" fmla="*/ 3340584 w 3340584"/>
                <a:gd name="connsiteY0" fmla="*/ 0 h 865571"/>
                <a:gd name="connsiteX1" fmla="*/ 3340584 w 3340584"/>
                <a:gd name="connsiteY1" fmla="*/ 497443 h 865571"/>
                <a:gd name="connsiteX2" fmla="*/ 3108665 w 3340584"/>
                <a:gd name="connsiteY2" fmla="*/ 613831 h 865571"/>
                <a:gd name="connsiteX3" fmla="*/ 0 w 3340584"/>
                <a:gd name="connsiteY3" fmla="*/ 150361 h 865571"/>
                <a:gd name="connsiteX0" fmla="*/ 3340584 w 3432024"/>
                <a:gd name="connsiteY0" fmla="*/ 0 h 865571"/>
                <a:gd name="connsiteX1" fmla="*/ 3340584 w 3432024"/>
                <a:gd name="connsiteY1" fmla="*/ 497443 h 865571"/>
                <a:gd name="connsiteX2" fmla="*/ 3108665 w 3432024"/>
                <a:gd name="connsiteY2" fmla="*/ 613831 h 865571"/>
                <a:gd name="connsiteX3" fmla="*/ 0 w 3432024"/>
                <a:gd name="connsiteY3" fmla="*/ 150361 h 865571"/>
                <a:gd name="connsiteX4" fmla="*/ 3432024 w 3432024"/>
                <a:gd name="connsiteY4" fmla="*/ 91440 h 865571"/>
                <a:gd name="connsiteX0" fmla="*/ 3340584 w 3340584"/>
                <a:gd name="connsiteY0" fmla="*/ 0 h 865571"/>
                <a:gd name="connsiteX1" fmla="*/ 3340584 w 3340584"/>
                <a:gd name="connsiteY1" fmla="*/ 497443 h 865571"/>
                <a:gd name="connsiteX2" fmla="*/ 3108665 w 3340584"/>
                <a:gd name="connsiteY2" fmla="*/ 613831 h 865571"/>
                <a:gd name="connsiteX3" fmla="*/ 0 w 3340584"/>
                <a:gd name="connsiteY3" fmla="*/ 150361 h 865571"/>
                <a:gd name="connsiteX0" fmla="*/ 3340584 w 3340584"/>
                <a:gd name="connsiteY0" fmla="*/ 347082 h 715210"/>
                <a:gd name="connsiteX1" fmla="*/ 3108665 w 3340584"/>
                <a:gd name="connsiteY1" fmla="*/ 463470 h 715210"/>
                <a:gd name="connsiteX2" fmla="*/ 0 w 3340584"/>
                <a:gd name="connsiteY2" fmla="*/ 0 h 7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0584" h="715210">
                  <a:moveTo>
                    <a:pt x="3340584" y="347082"/>
                  </a:moveTo>
                  <a:lnTo>
                    <a:pt x="3108665" y="463470"/>
                  </a:lnTo>
                  <a:cubicBezTo>
                    <a:pt x="2099547" y="911153"/>
                    <a:pt x="883314" y="764766"/>
                    <a:pt x="0" y="0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D107181-6506-2CAE-F1DD-788359FE26EC}"/>
                </a:ext>
              </a:extLst>
            </p:cNvPr>
            <p:cNvGrpSpPr/>
            <p:nvPr/>
          </p:nvGrpSpPr>
          <p:grpSpPr>
            <a:xfrm>
              <a:off x="4674972" y="2295627"/>
              <a:ext cx="1611295" cy="41807"/>
              <a:chOff x="4617220" y="2286002"/>
              <a:chExt cx="1611295" cy="41807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8B2E7F6-3DD2-48FC-7A3A-52F41AAC50FD}"/>
                  </a:ext>
                </a:extLst>
              </p:cNvPr>
              <p:cNvSpPr/>
              <p:nvPr/>
            </p:nvSpPr>
            <p:spPr>
              <a:xfrm rot="18900000">
                <a:off x="4617220" y="2286002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B7F93FD-1590-E6B6-8548-22C98D5ABCFB}"/>
                  </a:ext>
                </a:extLst>
              </p:cNvPr>
              <p:cNvSpPr/>
              <p:nvPr/>
            </p:nvSpPr>
            <p:spPr>
              <a:xfrm rot="18900000">
                <a:off x="4793919" y="2286003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843A0D7-E6E4-93F9-5B2C-09EA2AC2291C}"/>
                  </a:ext>
                </a:extLst>
              </p:cNvPr>
              <p:cNvSpPr/>
              <p:nvPr/>
            </p:nvSpPr>
            <p:spPr>
              <a:xfrm rot="18900000">
                <a:off x="4970618" y="2286004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037CA52-03DE-4798-3120-BBFB1777743B}"/>
                  </a:ext>
                </a:extLst>
              </p:cNvPr>
              <p:cNvSpPr/>
              <p:nvPr/>
            </p:nvSpPr>
            <p:spPr>
              <a:xfrm rot="18900000">
                <a:off x="5147317" y="2286005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E76425D-5B7F-99C1-37A0-5EA78E18FADB}"/>
                  </a:ext>
                </a:extLst>
              </p:cNvPr>
              <p:cNvSpPr/>
              <p:nvPr/>
            </p:nvSpPr>
            <p:spPr>
              <a:xfrm rot="18900000">
                <a:off x="5324016" y="2286006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5C961C60-FEA5-AB34-7C1A-582E7299BE46}"/>
                  </a:ext>
                </a:extLst>
              </p:cNvPr>
              <p:cNvSpPr/>
              <p:nvPr/>
            </p:nvSpPr>
            <p:spPr>
              <a:xfrm rot="18900000">
                <a:off x="5500715" y="2286007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478EF78-3528-389F-F5AA-BD1A76231BA7}"/>
                  </a:ext>
                </a:extLst>
              </p:cNvPr>
              <p:cNvSpPr/>
              <p:nvPr/>
            </p:nvSpPr>
            <p:spPr>
              <a:xfrm rot="18900000">
                <a:off x="5677414" y="2286008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087698E8-6A48-A128-A761-883FF0C36208}"/>
                  </a:ext>
                </a:extLst>
              </p:cNvPr>
              <p:cNvSpPr/>
              <p:nvPr/>
            </p:nvSpPr>
            <p:spPr>
              <a:xfrm rot="18900000">
                <a:off x="5854113" y="2286009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5E2569E4-47BE-9B15-1A88-2840D7F8BC55}"/>
                  </a:ext>
                </a:extLst>
              </p:cNvPr>
              <p:cNvSpPr/>
              <p:nvPr/>
            </p:nvSpPr>
            <p:spPr>
              <a:xfrm rot="18900000">
                <a:off x="6030812" y="2286010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A936FAF-F90C-BE7D-A0A7-921C9D9CB484}"/>
                </a:ext>
              </a:extLst>
            </p:cNvPr>
            <p:cNvSpPr/>
            <p:nvPr/>
          </p:nvSpPr>
          <p:spPr>
            <a:xfrm>
              <a:off x="4455302" y="2366254"/>
              <a:ext cx="1935125" cy="5064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A0D6B6F-6BDA-E1BA-326A-3B00D800DEDC}"/>
                </a:ext>
              </a:extLst>
            </p:cNvPr>
            <p:cNvSpPr/>
            <p:nvPr/>
          </p:nvSpPr>
          <p:spPr>
            <a:xfrm>
              <a:off x="5406727" y="2402682"/>
              <a:ext cx="32273" cy="276875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56C47AF-0663-EB29-5510-7AD8752C1A10}"/>
                </a:ext>
              </a:extLst>
            </p:cNvPr>
            <p:cNvSpPr/>
            <p:nvPr/>
          </p:nvSpPr>
          <p:spPr>
            <a:xfrm rot="19848434">
              <a:off x="6079257" y="2233236"/>
              <a:ext cx="32273" cy="276875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2018F5E-5400-FF26-480F-2F68ED6ED0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37847" y="5140336"/>
              <a:ext cx="365760" cy="36576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31750">
              <a:bevelT w="203200" h="50800"/>
              <a:bevelB w="2476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EC5898-D55B-457A-8A5D-2765CCE223DB}"/>
                </a:ext>
              </a:extLst>
            </p:cNvPr>
            <p:cNvSpPr txBox="1"/>
            <p:nvPr/>
          </p:nvSpPr>
          <p:spPr>
            <a:xfrm>
              <a:off x="5338190" y="5574680"/>
              <a:ext cx="19236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400" b="1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0E0CE41-9D31-D8D4-758C-4291873087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4979" y="4774576"/>
              <a:ext cx="365760" cy="36576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31750">
              <a:bevelT w="203200" h="50800"/>
              <a:bevelB w="2476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EAA9A70-550D-A9F1-CEA3-27F0CC5F64C5}"/>
                </a:ext>
              </a:extLst>
            </p:cNvPr>
            <p:cNvSpPr/>
            <p:nvPr/>
          </p:nvSpPr>
          <p:spPr>
            <a:xfrm rot="2488544" flipH="1">
              <a:off x="4481214" y="2082703"/>
              <a:ext cx="32273" cy="276875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29E6215-684D-8DB3-12BA-D1FE9789D45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357837" y="4377032"/>
              <a:ext cx="365760" cy="36576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31750">
              <a:bevelT w="203200" h="50800"/>
              <a:bevelB w="2476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48DE6F2-D6F4-FF8E-A3B1-BCD62502137B}"/>
                </a:ext>
              </a:extLst>
            </p:cNvPr>
            <p:cNvSpPr txBox="1"/>
            <p:nvPr/>
          </p:nvSpPr>
          <p:spPr>
            <a:xfrm>
              <a:off x="3411095" y="4771004"/>
              <a:ext cx="200376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400" b="1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ADBAE5-3EA6-2617-50AB-679E26F5FDB1}"/>
                </a:ext>
              </a:extLst>
            </p:cNvPr>
            <p:cNvSpPr txBox="1"/>
            <p:nvPr/>
          </p:nvSpPr>
          <p:spPr>
            <a:xfrm>
              <a:off x="6747671" y="5209787"/>
              <a:ext cx="200376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400" b="1">
                  <a:solidFill>
                    <a:sysClr val="windowText" lastClr="000000"/>
                  </a:solidFill>
                </a:rPr>
                <a:t>C</a:t>
              </a:r>
            </a:p>
          </p:txBody>
        </p:sp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F729D6E9-D816-ADD4-E96E-B9E5E342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04569"/>
            <a:ext cx="6624881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9360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09DD-E3DC-7877-9A21-A7ADC19D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7A3C3BCE-8FD9-24C5-686F-880DDC2D67FB}"/>
              </a:ext>
            </a:extLst>
          </p:cNvPr>
          <p:cNvGrpSpPr/>
          <p:nvPr/>
        </p:nvGrpSpPr>
        <p:grpSpPr>
          <a:xfrm>
            <a:off x="-4495800" y="1371600"/>
            <a:ext cx="4218252" cy="3803010"/>
            <a:chOff x="1133793" y="1828800"/>
            <a:chExt cx="4218252" cy="3803010"/>
          </a:xfrm>
        </p:grpSpPr>
        <p:sp>
          <p:nvSpPr>
            <p:cNvPr id="2" name="Partial Circle 1">
              <a:extLst>
                <a:ext uri="{FF2B5EF4-FFF2-40B4-BE49-F238E27FC236}">
                  <a16:creationId xmlns:a16="http://schemas.microsoft.com/office/drawing/2014/main" id="{679BF107-7F87-A697-DFF5-93E5E723CBEB}"/>
                </a:ext>
              </a:extLst>
            </p:cNvPr>
            <p:cNvSpPr/>
            <p:nvPr/>
          </p:nvSpPr>
          <p:spPr>
            <a:xfrm>
              <a:off x="1297619" y="4297428"/>
              <a:ext cx="3890600" cy="749870"/>
            </a:xfrm>
            <a:custGeom>
              <a:avLst/>
              <a:gdLst>
                <a:gd name="connsiteX0" fmla="*/ 4891424 w 5865628"/>
                <a:gd name="connsiteY0" fmla="*/ 5115758 h 5865628"/>
                <a:gd name="connsiteX1" fmla="*/ 1000824 w 5865628"/>
                <a:gd name="connsiteY1" fmla="*/ 5139353 h 5865628"/>
                <a:gd name="connsiteX2" fmla="*/ 2932814 w 5865628"/>
                <a:gd name="connsiteY2" fmla="*/ 2932814 h 5865628"/>
                <a:gd name="connsiteX3" fmla="*/ 4891424 w 5865628"/>
                <a:gd name="connsiteY3" fmla="*/ 5115758 h 5865628"/>
                <a:gd name="connsiteX0" fmla="*/ 1931990 w 3890600"/>
                <a:gd name="connsiteY0" fmla="*/ 0 h 2932814"/>
                <a:gd name="connsiteX1" fmla="*/ 3890600 w 3890600"/>
                <a:gd name="connsiteY1" fmla="*/ 2182944 h 2932814"/>
                <a:gd name="connsiteX2" fmla="*/ 0 w 3890600"/>
                <a:gd name="connsiteY2" fmla="*/ 2206539 h 2932814"/>
                <a:gd name="connsiteX3" fmla="*/ 2023430 w 3890600"/>
                <a:gd name="connsiteY3" fmla="*/ 91440 h 2932814"/>
                <a:gd name="connsiteX0" fmla="*/ 1931990 w 3890600"/>
                <a:gd name="connsiteY0" fmla="*/ 0 h 2932814"/>
                <a:gd name="connsiteX1" fmla="*/ 3890600 w 3890600"/>
                <a:gd name="connsiteY1" fmla="*/ 2182944 h 2932814"/>
                <a:gd name="connsiteX2" fmla="*/ 0 w 3890600"/>
                <a:gd name="connsiteY2" fmla="*/ 2206539 h 2932814"/>
                <a:gd name="connsiteX0" fmla="*/ 3890600 w 3890600"/>
                <a:gd name="connsiteY0" fmla="*/ 0 h 749870"/>
                <a:gd name="connsiteX1" fmla="*/ 0 w 3890600"/>
                <a:gd name="connsiteY1" fmla="*/ 23595 h 749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90600" h="749870">
                  <a:moveTo>
                    <a:pt x="3890600" y="0"/>
                  </a:moveTo>
                  <a:cubicBezTo>
                    <a:pt x="2786364" y="990758"/>
                    <a:pt x="1116172" y="1000887"/>
                    <a:pt x="0" y="23595"/>
                  </a:cubicBez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36E4A80-4770-07F3-2163-C3EC85B146F1}"/>
                </a:ext>
              </a:extLst>
            </p:cNvPr>
            <p:cNvGrpSpPr/>
            <p:nvPr/>
          </p:nvGrpSpPr>
          <p:grpSpPr>
            <a:xfrm>
              <a:off x="1133793" y="1828800"/>
              <a:ext cx="4218252" cy="3803010"/>
              <a:chOff x="2252558" y="1323633"/>
              <a:chExt cx="4218252" cy="380301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F0C63FB-4DA3-D95C-508A-0884FD5C8BFB}"/>
                  </a:ext>
                </a:extLst>
              </p:cNvPr>
              <p:cNvSpPr/>
              <p:nvPr/>
            </p:nvSpPr>
            <p:spPr>
              <a:xfrm>
                <a:off x="4347622" y="1720695"/>
                <a:ext cx="32273" cy="2768754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F71292-09A8-48EB-9727-AE0BE2DFEE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79653" y="4379766"/>
                <a:ext cx="365760" cy="36576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extrusionH="31750">
                <a:bevelT w="203200" h="50800"/>
                <a:bevelB w="247650" h="571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2F8E9F-D579-1EEB-B23D-13CAA873F5FD}"/>
                  </a:ext>
                </a:extLst>
              </p:cNvPr>
              <p:cNvSpPr txBox="1"/>
              <p:nvPr/>
            </p:nvSpPr>
            <p:spPr>
              <a:xfrm>
                <a:off x="4266353" y="4757311"/>
                <a:ext cx="1923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2400" b="1">
                    <a:solidFill>
                      <a:sysClr val="windowText" lastClr="000000"/>
                    </a:solidFill>
                  </a:rPr>
                  <a:t>B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0E99854-DE6C-7345-7E9F-9636499062C0}"/>
                  </a:ext>
                </a:extLst>
              </p:cNvPr>
              <p:cNvSpPr/>
              <p:nvPr/>
            </p:nvSpPr>
            <p:spPr>
              <a:xfrm rot="2496888" flipH="1">
                <a:off x="3442595" y="1331386"/>
                <a:ext cx="32273" cy="2768754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59BB3DB6-4EFA-C453-B54A-77BB4A962FC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2252558" y="3702824"/>
                <a:ext cx="365760" cy="36576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extrusionH="31750">
                <a:bevelT w="203200" h="50800"/>
                <a:bevelB w="247650" h="571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3864FD7-0AA5-3BF2-CB92-2A6864F639F1}"/>
                  </a:ext>
                </a:extLst>
              </p:cNvPr>
              <p:cNvSpPr txBox="1"/>
              <p:nvPr/>
            </p:nvSpPr>
            <p:spPr>
              <a:xfrm>
                <a:off x="2288980" y="4049094"/>
                <a:ext cx="2003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2400" b="1">
                    <a:solidFill>
                      <a:sysClr val="windowText" lastClr="000000"/>
                    </a:solidFill>
                  </a:rPr>
                  <a:t>A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5DDA1F-B262-82DB-A5EA-26ECDF7F7DE4}"/>
                  </a:ext>
                </a:extLst>
              </p:cNvPr>
              <p:cNvSpPr txBox="1"/>
              <p:nvPr/>
            </p:nvSpPr>
            <p:spPr>
              <a:xfrm>
                <a:off x="6170380" y="4059449"/>
                <a:ext cx="2003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2400" b="1">
                    <a:solidFill>
                      <a:sysClr val="windowText" lastClr="000000"/>
                    </a:solidFill>
                  </a:rPr>
                  <a:t>C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3003B78-0322-6D13-C4B0-2FA5B83D60E6}"/>
                  </a:ext>
                </a:extLst>
              </p:cNvPr>
              <p:cNvSpPr/>
              <p:nvPr/>
            </p:nvSpPr>
            <p:spPr>
              <a:xfrm rot="19106125">
                <a:off x="5256441" y="1323633"/>
                <a:ext cx="32273" cy="2768754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75AA205-877D-4FD2-A0D5-A0A703412E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5050" y="3676756"/>
                <a:ext cx="365760" cy="36576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extrusionH="31750">
                <a:bevelT w="203200" h="50800"/>
                <a:bevelB w="247650" h="571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10EB1A4-F4B9-39FE-1670-B10CAE132766}"/>
                  </a:ext>
                </a:extLst>
              </p:cNvPr>
              <p:cNvGrpSpPr/>
              <p:nvPr/>
            </p:nvGrpSpPr>
            <p:grpSpPr>
              <a:xfrm>
                <a:off x="3603135" y="1584524"/>
                <a:ext cx="1611295" cy="41807"/>
                <a:chOff x="4617220" y="2286002"/>
                <a:chExt cx="1611295" cy="41807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E568A21D-B3AD-E6A0-B54B-E43F85ED1204}"/>
                    </a:ext>
                  </a:extLst>
                </p:cNvPr>
                <p:cNvSpPr/>
                <p:nvPr/>
              </p:nvSpPr>
              <p:spPr>
                <a:xfrm rot="18900000">
                  <a:off x="4617220" y="2286002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EAFC4C03-3DE5-306C-49C5-76BB035203E1}"/>
                    </a:ext>
                  </a:extLst>
                </p:cNvPr>
                <p:cNvSpPr/>
                <p:nvPr/>
              </p:nvSpPr>
              <p:spPr>
                <a:xfrm rot="18900000">
                  <a:off x="4793919" y="2286003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7ACADF45-60AA-717F-900D-D33E8A80B02F}"/>
                    </a:ext>
                  </a:extLst>
                </p:cNvPr>
                <p:cNvSpPr/>
                <p:nvPr/>
              </p:nvSpPr>
              <p:spPr>
                <a:xfrm rot="18900000">
                  <a:off x="4970618" y="2286004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587A8023-AE5C-CE6B-BFB3-72770DAF446D}"/>
                    </a:ext>
                  </a:extLst>
                </p:cNvPr>
                <p:cNvSpPr/>
                <p:nvPr/>
              </p:nvSpPr>
              <p:spPr>
                <a:xfrm rot="18900000">
                  <a:off x="5147317" y="2286005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C30F0F56-ADAA-262C-F832-47E198EE60FC}"/>
                    </a:ext>
                  </a:extLst>
                </p:cNvPr>
                <p:cNvSpPr/>
                <p:nvPr/>
              </p:nvSpPr>
              <p:spPr>
                <a:xfrm rot="18900000">
                  <a:off x="5324016" y="2286006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B8BBA9C0-18B7-137F-4932-A5F670415ED2}"/>
                    </a:ext>
                  </a:extLst>
                </p:cNvPr>
                <p:cNvSpPr/>
                <p:nvPr/>
              </p:nvSpPr>
              <p:spPr>
                <a:xfrm rot="18900000">
                  <a:off x="5500715" y="2286007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09B370E3-FFE0-E4F8-953C-2B9365EA5439}"/>
                    </a:ext>
                  </a:extLst>
                </p:cNvPr>
                <p:cNvSpPr/>
                <p:nvPr/>
              </p:nvSpPr>
              <p:spPr>
                <a:xfrm rot="18900000">
                  <a:off x="5677414" y="2286008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43DF3880-53D7-8C82-CD48-FF807C0CD4DF}"/>
                    </a:ext>
                  </a:extLst>
                </p:cNvPr>
                <p:cNvSpPr/>
                <p:nvPr/>
              </p:nvSpPr>
              <p:spPr>
                <a:xfrm rot="18900000">
                  <a:off x="5854113" y="2286009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37836329-026F-95C6-190D-263178EB2523}"/>
                    </a:ext>
                  </a:extLst>
                </p:cNvPr>
                <p:cNvSpPr/>
                <p:nvPr/>
              </p:nvSpPr>
              <p:spPr>
                <a:xfrm rot="18900000">
                  <a:off x="6030812" y="2286010"/>
                  <a:ext cx="197703" cy="4179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779E219-50A1-7CB1-1ADF-CE5C14A05B38}"/>
                  </a:ext>
                </a:extLst>
              </p:cNvPr>
              <p:cNvSpPr/>
              <p:nvPr/>
            </p:nvSpPr>
            <p:spPr>
              <a:xfrm>
                <a:off x="3383465" y="1655151"/>
                <a:ext cx="1935125" cy="50646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1C5373E4-0D72-BFB3-6D5F-72F5C4A9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003" y="137160"/>
            <a:ext cx="7747994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8286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562</TotalTime>
  <Words>9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#9Slide02 Noi dung dai</vt:lpstr>
      <vt:lpstr>#9Slide02 Tieu de dai</vt:lpstr>
      <vt:lpstr>Arial</vt:lpstr>
      <vt:lpstr>Office Theme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duynt</dc:creator>
  <cp:keywords>9Slide</cp:keywords>
  <dc:description>9Slide.vn</dc:description>
  <cp:lastModifiedBy>Duy Nguyễn Tường</cp:lastModifiedBy>
  <cp:revision>6</cp:revision>
  <dcterms:created xsi:type="dcterms:W3CDTF">2025-09-22T03:15:06Z</dcterms:created>
  <dcterms:modified xsi:type="dcterms:W3CDTF">2025-10-29T07:13:03Z</dcterms:modified>
  <cp:category>9Slide.vn</cp:category>
  <cp:contentStatus>9Slide</cp:contentStatus>
</cp:coreProperties>
</file>